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sldIdLst>
    <p:sldId id="256" r:id="rId5"/>
    <p:sldId id="324" r:id="rId6"/>
    <p:sldId id="286" r:id="rId7"/>
    <p:sldId id="287" r:id="rId8"/>
    <p:sldId id="288" r:id="rId9"/>
    <p:sldId id="289" r:id="rId10"/>
    <p:sldId id="293" r:id="rId11"/>
    <p:sldId id="290" r:id="rId12"/>
    <p:sldId id="294" r:id="rId13"/>
    <p:sldId id="310" r:id="rId14"/>
    <p:sldId id="311" r:id="rId15"/>
    <p:sldId id="325" r:id="rId16"/>
    <p:sldId id="312" r:id="rId17"/>
    <p:sldId id="323" r:id="rId18"/>
    <p:sldId id="263" r:id="rId19"/>
    <p:sldId id="327" r:id="rId20"/>
    <p:sldId id="302" r:id="rId21"/>
    <p:sldId id="303" r:id="rId22"/>
    <p:sldId id="304" r:id="rId23"/>
    <p:sldId id="313" r:id="rId24"/>
    <p:sldId id="306" r:id="rId25"/>
    <p:sldId id="307" r:id="rId26"/>
    <p:sldId id="308" r:id="rId27"/>
    <p:sldId id="309" r:id="rId28"/>
    <p:sldId id="326" r:id="rId29"/>
    <p:sldId id="291" r:id="rId30"/>
    <p:sldId id="328" r:id="rId31"/>
    <p:sldId id="295" r:id="rId32"/>
    <p:sldId id="297" r:id="rId33"/>
    <p:sldId id="296" r:id="rId34"/>
    <p:sldId id="298" r:id="rId35"/>
    <p:sldId id="299" r:id="rId36"/>
    <p:sldId id="300" r:id="rId37"/>
    <p:sldId id="322" r:id="rId38"/>
    <p:sldId id="321" r:id="rId39"/>
    <p:sldId id="329" r:id="rId40"/>
    <p:sldId id="292" r:id="rId41"/>
    <p:sldId id="317" r:id="rId42"/>
    <p:sldId id="278" r:id="rId43"/>
    <p:sldId id="280" r:id="rId44"/>
    <p:sldId id="284" r:id="rId45"/>
    <p:sldId id="281" r:id="rId46"/>
    <p:sldId id="285" r:id="rId47"/>
    <p:sldId id="283" r:id="rId48"/>
    <p:sldId id="320" r:id="rId49"/>
    <p:sldId id="264" r:id="rId50"/>
    <p:sldId id="330" r:id="rId51"/>
    <p:sldId id="276" r:id="rId52"/>
    <p:sldId id="269" r:id="rId53"/>
    <p:sldId id="270" r:id="rId54"/>
    <p:sldId id="271" r:id="rId55"/>
    <p:sldId id="273" r:id="rId56"/>
    <p:sldId id="272" r:id="rId57"/>
    <p:sldId id="274" r:id="rId58"/>
    <p:sldId id="275" r:id="rId59"/>
    <p:sldId id="331" r:id="rId60"/>
    <p:sldId id="259" r:id="rId61"/>
    <p:sldId id="314" r:id="rId62"/>
    <p:sldId id="315" r:id="rId63"/>
    <p:sldId id="316" r:id="rId64"/>
    <p:sldId id="318" r:id="rId65"/>
    <p:sldId id="319" r:id="rId66"/>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B4D2A2-0627-4CE4-AD94-032ECF27F60F}" v="23" dt="2025-09-14T13:45:21.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59" d="100"/>
          <a:sy n="159" d="100"/>
        </p:scale>
        <p:origin x="38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kker, Nick" userId="29fdc466-9051-4683-9c0e-fe0a65625c78" providerId="ADAL" clId="{61EAE05D-5859-4304-A8AB-D18F855F424B}"/>
    <pc:docChg chg="undo custSel addSld delSld modSld sldOrd">
      <pc:chgData name="Dekker, Nick" userId="29fdc466-9051-4683-9c0e-fe0a65625c78" providerId="ADAL" clId="{61EAE05D-5859-4304-A8AB-D18F855F424B}" dt="2025-09-12T10:10:59.025" v="158" actId="14100"/>
      <pc:docMkLst>
        <pc:docMk/>
      </pc:docMkLst>
      <pc:sldChg chg="del">
        <pc:chgData name="Dekker, Nick" userId="29fdc466-9051-4683-9c0e-fe0a65625c78" providerId="ADAL" clId="{61EAE05D-5859-4304-A8AB-D18F855F424B}" dt="2025-09-12T09:33:33.343" v="1" actId="47"/>
        <pc:sldMkLst>
          <pc:docMk/>
          <pc:sldMk cId="2876697362" sldId="265"/>
        </pc:sldMkLst>
      </pc:sldChg>
      <pc:sldChg chg="del">
        <pc:chgData name="Dekker, Nick" userId="29fdc466-9051-4683-9c0e-fe0a65625c78" providerId="ADAL" clId="{61EAE05D-5859-4304-A8AB-D18F855F424B}" dt="2025-09-12T09:33:44.229" v="2" actId="47"/>
        <pc:sldMkLst>
          <pc:docMk/>
          <pc:sldMk cId="212309011" sldId="266"/>
        </pc:sldMkLst>
      </pc:sldChg>
      <pc:sldChg chg="del">
        <pc:chgData name="Dekker, Nick" userId="29fdc466-9051-4683-9c0e-fe0a65625c78" providerId="ADAL" clId="{61EAE05D-5859-4304-A8AB-D18F855F424B}" dt="2025-09-12T09:33:55.804" v="3" actId="47"/>
        <pc:sldMkLst>
          <pc:docMk/>
          <pc:sldMk cId="1119070675" sldId="268"/>
        </pc:sldMkLst>
      </pc:sldChg>
      <pc:sldChg chg="modSp mod">
        <pc:chgData name="Dekker, Nick" userId="29fdc466-9051-4683-9c0e-fe0a65625c78" providerId="ADAL" clId="{61EAE05D-5859-4304-A8AB-D18F855F424B}" dt="2025-09-12T09:33:14.739" v="0"/>
        <pc:sldMkLst>
          <pc:docMk/>
          <pc:sldMk cId="3861209483" sldId="291"/>
        </pc:sldMkLst>
        <pc:spChg chg="mod">
          <ac:chgData name="Dekker, Nick" userId="29fdc466-9051-4683-9c0e-fe0a65625c78" providerId="ADAL" clId="{61EAE05D-5859-4304-A8AB-D18F855F424B}" dt="2025-09-12T09:33:14.739" v="0"/>
          <ac:spMkLst>
            <pc:docMk/>
            <pc:sldMk cId="3861209483" sldId="291"/>
            <ac:spMk id="3" creationId="{FB065DE5-2CC7-EF53-8FF1-EB15011E7F51}"/>
          </ac:spMkLst>
        </pc:spChg>
      </pc:sldChg>
      <pc:sldChg chg="addSp delSp modSp mod">
        <pc:chgData name="Dekker, Nick" userId="29fdc466-9051-4683-9c0e-fe0a65625c78" providerId="ADAL" clId="{61EAE05D-5859-4304-A8AB-D18F855F424B}" dt="2025-09-12T09:45:35.263" v="83" actId="14100"/>
        <pc:sldMkLst>
          <pc:docMk/>
          <pc:sldMk cId="282249295" sldId="295"/>
        </pc:sldMkLst>
        <pc:picChg chg="add mod">
          <ac:chgData name="Dekker, Nick" userId="29fdc466-9051-4683-9c0e-fe0a65625c78" providerId="ADAL" clId="{61EAE05D-5859-4304-A8AB-D18F855F424B}" dt="2025-09-12T09:40:10.904" v="66" actId="1076"/>
          <ac:picMkLst>
            <pc:docMk/>
            <pc:sldMk cId="282249295" sldId="295"/>
            <ac:picMk id="4" creationId="{A15EB3B7-CD3D-CD15-6A74-685A746C35F1}"/>
          </ac:picMkLst>
        </pc:picChg>
        <pc:picChg chg="add mod">
          <ac:chgData name="Dekker, Nick" userId="29fdc466-9051-4683-9c0e-fe0a65625c78" providerId="ADAL" clId="{61EAE05D-5859-4304-A8AB-D18F855F424B}" dt="2025-09-12T09:45:35.263" v="83" actId="14100"/>
          <ac:picMkLst>
            <pc:docMk/>
            <pc:sldMk cId="282249295" sldId="295"/>
            <ac:picMk id="6" creationId="{85B0C0BA-130A-ED7D-0948-23526EFAD550}"/>
          </ac:picMkLst>
        </pc:picChg>
      </pc:sldChg>
      <pc:sldChg chg="addSp delSp modSp add del mod">
        <pc:chgData name="Dekker, Nick" userId="29fdc466-9051-4683-9c0e-fe0a65625c78" providerId="ADAL" clId="{61EAE05D-5859-4304-A8AB-D18F855F424B}" dt="2025-09-12T09:43:21.582" v="73" actId="1076"/>
        <pc:sldMkLst>
          <pc:docMk/>
          <pc:sldMk cId="1212194970" sldId="296"/>
        </pc:sldMkLst>
        <pc:picChg chg="add mod">
          <ac:chgData name="Dekker, Nick" userId="29fdc466-9051-4683-9c0e-fe0a65625c78" providerId="ADAL" clId="{61EAE05D-5859-4304-A8AB-D18F855F424B}" dt="2025-09-12T09:43:21.582" v="73" actId="1076"/>
          <ac:picMkLst>
            <pc:docMk/>
            <pc:sldMk cId="1212194970" sldId="296"/>
            <ac:picMk id="4" creationId="{F99561E3-FCFB-5E57-BA94-59247F9FF87F}"/>
          </ac:picMkLst>
        </pc:picChg>
      </pc:sldChg>
      <pc:sldChg chg="addSp delSp modSp mod">
        <pc:chgData name="Dekker, Nick" userId="29fdc466-9051-4683-9c0e-fe0a65625c78" providerId="ADAL" clId="{61EAE05D-5859-4304-A8AB-D18F855F424B}" dt="2025-09-12T09:43:52.111" v="79" actId="14100"/>
        <pc:sldMkLst>
          <pc:docMk/>
          <pc:sldMk cId="810084775" sldId="297"/>
        </pc:sldMkLst>
        <pc:spChg chg="add mod">
          <ac:chgData name="Dekker, Nick" userId="29fdc466-9051-4683-9c0e-fe0a65625c78" providerId="ADAL" clId="{61EAE05D-5859-4304-A8AB-D18F855F424B}" dt="2025-09-12T09:43:48.342" v="77" actId="20577"/>
          <ac:spMkLst>
            <pc:docMk/>
            <pc:sldMk cId="810084775" sldId="297"/>
            <ac:spMk id="7" creationId="{DB501419-D130-9F17-3C05-5DB550C4FD20}"/>
          </ac:spMkLst>
        </pc:spChg>
        <pc:picChg chg="add mod">
          <ac:chgData name="Dekker, Nick" userId="29fdc466-9051-4683-9c0e-fe0a65625c78" providerId="ADAL" clId="{61EAE05D-5859-4304-A8AB-D18F855F424B}" dt="2025-09-12T09:43:52.111" v="79" actId="14100"/>
          <ac:picMkLst>
            <pc:docMk/>
            <pc:sldMk cId="810084775" sldId="297"/>
            <ac:picMk id="9" creationId="{E714C138-1AAC-1CDF-A746-A33FAF48EEF5}"/>
          </ac:picMkLst>
        </pc:picChg>
      </pc:sldChg>
      <pc:sldChg chg="modSp mod">
        <pc:chgData name="Dekker, Nick" userId="29fdc466-9051-4683-9c0e-fe0a65625c78" providerId="ADAL" clId="{61EAE05D-5859-4304-A8AB-D18F855F424B}" dt="2025-09-12T09:48:14.007" v="89" actId="20577"/>
        <pc:sldMkLst>
          <pc:docMk/>
          <pc:sldMk cId="2130104347" sldId="298"/>
        </pc:sldMkLst>
        <pc:spChg chg="mod">
          <ac:chgData name="Dekker, Nick" userId="29fdc466-9051-4683-9c0e-fe0a65625c78" providerId="ADAL" clId="{61EAE05D-5859-4304-A8AB-D18F855F424B}" dt="2025-09-12T09:48:14.007" v="89" actId="20577"/>
          <ac:spMkLst>
            <pc:docMk/>
            <pc:sldMk cId="2130104347" sldId="298"/>
            <ac:spMk id="3" creationId="{C626522B-0990-F1D4-E568-7C89CBE66E66}"/>
          </ac:spMkLst>
        </pc:spChg>
      </pc:sldChg>
      <pc:sldChg chg="addSp delSp modSp mod">
        <pc:chgData name="Dekker, Nick" userId="29fdc466-9051-4683-9c0e-fe0a65625c78" providerId="ADAL" clId="{61EAE05D-5859-4304-A8AB-D18F855F424B}" dt="2025-09-12T10:10:59.025" v="158" actId="14100"/>
        <pc:sldMkLst>
          <pc:docMk/>
          <pc:sldMk cId="337240353" sldId="304"/>
        </pc:sldMkLst>
        <pc:spChg chg="add mod">
          <ac:chgData name="Dekker, Nick" userId="29fdc466-9051-4683-9c0e-fe0a65625c78" providerId="ADAL" clId="{61EAE05D-5859-4304-A8AB-D18F855F424B}" dt="2025-09-12T10:10:55.378" v="156" actId="20577"/>
          <ac:spMkLst>
            <pc:docMk/>
            <pc:sldMk cId="337240353" sldId="304"/>
            <ac:spMk id="4" creationId="{0B3A698B-C687-5698-0687-2835264C7F25}"/>
          </ac:spMkLst>
        </pc:spChg>
        <pc:picChg chg="add mod">
          <ac:chgData name="Dekker, Nick" userId="29fdc466-9051-4683-9c0e-fe0a65625c78" providerId="ADAL" clId="{61EAE05D-5859-4304-A8AB-D18F855F424B}" dt="2025-09-12T10:10:59.025" v="158" actId="14100"/>
          <ac:picMkLst>
            <pc:docMk/>
            <pc:sldMk cId="337240353" sldId="304"/>
            <ac:picMk id="7" creationId="{79A7F494-3C93-1C7D-723A-A9ECCA575A0A}"/>
          </ac:picMkLst>
        </pc:picChg>
      </pc:sldChg>
      <pc:sldChg chg="addSp delSp modSp new mod ord">
        <pc:chgData name="Dekker, Nick" userId="29fdc466-9051-4683-9c0e-fe0a65625c78" providerId="ADAL" clId="{61EAE05D-5859-4304-A8AB-D18F855F424B}" dt="2025-09-12T09:57:11.489" v="151" actId="478"/>
        <pc:sldMkLst>
          <pc:docMk/>
          <pc:sldMk cId="3625715155" sldId="321"/>
        </pc:sldMkLst>
        <pc:spChg chg="mod">
          <ac:chgData name="Dekker, Nick" userId="29fdc466-9051-4683-9c0e-fe0a65625c78" providerId="ADAL" clId="{61EAE05D-5859-4304-A8AB-D18F855F424B}" dt="2025-09-12T09:36:59.049" v="59" actId="207"/>
          <ac:spMkLst>
            <pc:docMk/>
            <pc:sldMk cId="3625715155" sldId="321"/>
            <ac:spMk id="2" creationId="{83D3D088-EB17-D3E3-5E3A-A9DD3136BDF9}"/>
          </ac:spMkLst>
        </pc:spChg>
        <pc:picChg chg="add mod ord">
          <ac:chgData name="Dekker, Nick" userId="29fdc466-9051-4683-9c0e-fe0a65625c78" providerId="ADAL" clId="{61EAE05D-5859-4304-A8AB-D18F855F424B}" dt="2025-09-12T09:36:43.992" v="7" actId="1076"/>
          <ac:picMkLst>
            <pc:docMk/>
            <pc:sldMk cId="3625715155" sldId="321"/>
            <ac:picMk id="5" creationId="{CFDF17B8-575A-BE7E-91FA-49799EA8734D}"/>
          </ac:picMkLst>
        </pc:picChg>
      </pc:sldChg>
      <pc:sldChg chg="addSp delSp modSp new mod">
        <pc:chgData name="Dekker, Nick" userId="29fdc466-9051-4683-9c0e-fe0a65625c78" providerId="ADAL" clId="{61EAE05D-5859-4304-A8AB-D18F855F424B}" dt="2025-09-12T09:53:59.061" v="126" actId="1076"/>
        <pc:sldMkLst>
          <pc:docMk/>
          <pc:sldMk cId="1805093344" sldId="322"/>
        </pc:sldMkLst>
        <pc:spChg chg="mod">
          <ac:chgData name="Dekker, Nick" userId="29fdc466-9051-4683-9c0e-fe0a65625c78" providerId="ADAL" clId="{61EAE05D-5859-4304-A8AB-D18F855F424B}" dt="2025-09-12T09:50:07.983" v="111" actId="207"/>
          <ac:spMkLst>
            <pc:docMk/>
            <pc:sldMk cId="1805093344" sldId="322"/>
            <ac:spMk id="2" creationId="{E6233063-CB8B-8C1A-D20D-32455FE0A88F}"/>
          </ac:spMkLst>
        </pc:spChg>
        <pc:spChg chg="add mod">
          <ac:chgData name="Dekker, Nick" userId="29fdc466-9051-4683-9c0e-fe0a65625c78" providerId="ADAL" clId="{61EAE05D-5859-4304-A8AB-D18F855F424B}" dt="2025-09-12T09:51:07.470" v="116" actId="20577"/>
          <ac:spMkLst>
            <pc:docMk/>
            <pc:sldMk cId="1805093344" sldId="322"/>
            <ac:spMk id="7" creationId="{22CC7F04-FDEE-78FC-D4F3-B7549B6128C3}"/>
          </ac:spMkLst>
        </pc:spChg>
        <pc:picChg chg="add mod">
          <ac:chgData name="Dekker, Nick" userId="29fdc466-9051-4683-9c0e-fe0a65625c78" providerId="ADAL" clId="{61EAE05D-5859-4304-A8AB-D18F855F424B}" dt="2025-09-12T09:53:59.061" v="126" actId="1076"/>
          <ac:picMkLst>
            <pc:docMk/>
            <pc:sldMk cId="1805093344" sldId="322"/>
            <ac:picMk id="9" creationId="{65E81FFA-366E-5089-CB22-D84AAE04DB9E}"/>
          </ac:picMkLst>
        </pc:picChg>
        <pc:picChg chg="add mod">
          <ac:chgData name="Dekker, Nick" userId="29fdc466-9051-4683-9c0e-fe0a65625c78" providerId="ADAL" clId="{61EAE05D-5859-4304-A8AB-D18F855F424B}" dt="2025-09-12T09:53:57.785" v="125" actId="1076"/>
          <ac:picMkLst>
            <pc:docMk/>
            <pc:sldMk cId="1805093344" sldId="322"/>
            <ac:picMk id="11" creationId="{6D5612F4-213E-4E20-13B8-BAEC595DE991}"/>
          </ac:picMkLst>
        </pc:picChg>
      </pc:sldChg>
    </pc:docChg>
  </pc:docChgLst>
  <pc:docChgLst>
    <pc:chgData name="Dekker, Nick" userId="29fdc466-9051-4683-9c0e-fe0a65625c78" providerId="ADAL" clId="{6AAC4C78-3D57-4A73-A020-6F374538AE01}"/>
    <pc:docChg chg="undo custSel addSld delSld modSld">
      <pc:chgData name="Dekker, Nick" userId="29fdc466-9051-4683-9c0e-fe0a65625c78" providerId="ADAL" clId="{6AAC4C78-3D57-4A73-A020-6F374538AE01}" dt="2025-09-11T13:48:20.924" v="1370" actId="14100"/>
      <pc:docMkLst>
        <pc:docMk/>
      </pc:docMkLst>
      <pc:sldChg chg="addSp delSp modSp mod">
        <pc:chgData name="Dekker, Nick" userId="29fdc466-9051-4683-9c0e-fe0a65625c78" providerId="ADAL" clId="{6AAC4C78-3D57-4A73-A020-6F374538AE01}" dt="2025-09-11T12:01:46.407" v="585" actId="403"/>
        <pc:sldMkLst>
          <pc:docMk/>
          <pc:sldMk cId="3945037112" sldId="259"/>
        </pc:sldMkLst>
        <pc:spChg chg="add mod">
          <ac:chgData name="Dekker, Nick" userId="29fdc466-9051-4683-9c0e-fe0a65625c78" providerId="ADAL" clId="{6AAC4C78-3D57-4A73-A020-6F374538AE01}" dt="2025-09-11T12:01:46.407" v="585" actId="403"/>
          <ac:spMkLst>
            <pc:docMk/>
            <pc:sldMk cId="3945037112" sldId="259"/>
            <ac:spMk id="4" creationId="{4921F717-53E3-4EC8-391A-ED15556060A8}"/>
          </ac:spMkLst>
        </pc:spChg>
      </pc:sldChg>
      <pc:sldChg chg="addSp delSp modSp mod">
        <pc:chgData name="Dekker, Nick" userId="29fdc466-9051-4683-9c0e-fe0a65625c78" providerId="ADAL" clId="{6AAC4C78-3D57-4A73-A020-6F374538AE01}" dt="2025-09-11T12:19:48.233" v="1228" actId="22"/>
        <pc:sldMkLst>
          <pc:docMk/>
          <pc:sldMk cId="950674540" sldId="280"/>
        </pc:sldMkLst>
        <pc:spChg chg="add mod">
          <ac:chgData name="Dekker, Nick" userId="29fdc466-9051-4683-9c0e-fe0a65625c78" providerId="ADAL" clId="{6AAC4C78-3D57-4A73-A020-6F374538AE01}" dt="2025-09-11T12:17:56.107" v="1215" actId="20577"/>
          <ac:spMkLst>
            <pc:docMk/>
            <pc:sldMk cId="950674540" sldId="280"/>
            <ac:spMk id="3" creationId="{CC52F32E-1453-7108-B596-2D6BA009A461}"/>
          </ac:spMkLst>
        </pc:spChg>
        <pc:picChg chg="add">
          <ac:chgData name="Dekker, Nick" userId="29fdc466-9051-4683-9c0e-fe0a65625c78" providerId="ADAL" clId="{6AAC4C78-3D57-4A73-A020-6F374538AE01}" dt="2025-09-11T12:19:48.233" v="1228" actId="22"/>
          <ac:picMkLst>
            <pc:docMk/>
            <pc:sldMk cId="950674540" sldId="280"/>
            <ac:picMk id="12" creationId="{FBB63661-7EA6-51E0-298E-5BE6CBCB7C0A}"/>
          </ac:picMkLst>
        </pc:picChg>
      </pc:sldChg>
      <pc:sldChg chg="addSp delSp modSp mod">
        <pc:chgData name="Dekker, Nick" userId="29fdc466-9051-4683-9c0e-fe0a65625c78" providerId="ADAL" clId="{6AAC4C78-3D57-4A73-A020-6F374538AE01}" dt="2025-09-11T13:48:20.924" v="1370" actId="14100"/>
        <pc:sldMkLst>
          <pc:docMk/>
          <pc:sldMk cId="82651913" sldId="281"/>
        </pc:sldMkLst>
        <pc:spChg chg="add mod">
          <ac:chgData name="Dekker, Nick" userId="29fdc466-9051-4683-9c0e-fe0a65625c78" providerId="ADAL" clId="{6AAC4C78-3D57-4A73-A020-6F374538AE01}" dt="2025-09-11T12:24:07.047" v="1244" actId="20577"/>
          <ac:spMkLst>
            <pc:docMk/>
            <pc:sldMk cId="82651913" sldId="281"/>
            <ac:spMk id="4" creationId="{B9A2C902-661C-4921-100F-54C3DE949728}"/>
          </ac:spMkLst>
        </pc:spChg>
        <pc:spChg chg="add mod">
          <ac:chgData name="Dekker, Nick" userId="29fdc466-9051-4683-9c0e-fe0a65625c78" providerId="ADAL" clId="{6AAC4C78-3D57-4A73-A020-6F374538AE01}" dt="2025-09-11T13:48:20.924" v="1370" actId="14100"/>
          <ac:spMkLst>
            <pc:docMk/>
            <pc:sldMk cId="82651913" sldId="281"/>
            <ac:spMk id="9" creationId="{3F1390A6-6F48-0A3A-BE05-33A7FA9D7274}"/>
          </ac:spMkLst>
        </pc:spChg>
        <pc:picChg chg="add mod">
          <ac:chgData name="Dekker, Nick" userId="29fdc466-9051-4683-9c0e-fe0a65625c78" providerId="ADAL" clId="{6AAC4C78-3D57-4A73-A020-6F374538AE01}" dt="2025-09-11T12:24:08.947" v="1245" actId="1076"/>
          <ac:picMkLst>
            <pc:docMk/>
            <pc:sldMk cId="82651913" sldId="281"/>
            <ac:picMk id="7" creationId="{7E2256D7-A5B0-BE77-5FBD-CAFF722B9F17}"/>
          </ac:picMkLst>
        </pc:picChg>
        <pc:picChg chg="add mod">
          <ac:chgData name="Dekker, Nick" userId="29fdc466-9051-4683-9c0e-fe0a65625c78" providerId="ADAL" clId="{6AAC4C78-3D57-4A73-A020-6F374538AE01}" dt="2025-09-11T13:32:30.269" v="1264" actId="1076"/>
          <ac:picMkLst>
            <pc:docMk/>
            <pc:sldMk cId="82651913" sldId="281"/>
            <ac:picMk id="8" creationId="{3A58F533-7410-5852-E322-B5BAC4284E6E}"/>
          </ac:picMkLst>
        </pc:picChg>
      </pc:sldChg>
      <pc:sldChg chg="addSp delSp modSp mod">
        <pc:chgData name="Dekker, Nick" userId="29fdc466-9051-4683-9c0e-fe0a65625c78" providerId="ADAL" clId="{6AAC4C78-3D57-4A73-A020-6F374538AE01}" dt="2025-09-11T13:30:47.154" v="1262" actId="14100"/>
        <pc:sldMkLst>
          <pc:docMk/>
          <pc:sldMk cId="2718893752" sldId="284"/>
        </pc:sldMkLst>
        <pc:spChg chg="mod">
          <ac:chgData name="Dekker, Nick" userId="29fdc466-9051-4683-9c0e-fe0a65625c78" providerId="ADAL" clId="{6AAC4C78-3D57-4A73-A020-6F374538AE01}" dt="2025-09-11T13:29:10.097" v="1250" actId="403"/>
          <ac:spMkLst>
            <pc:docMk/>
            <pc:sldMk cId="2718893752" sldId="284"/>
            <ac:spMk id="6" creationId="{DBB1087F-92CD-4D52-A020-F2CC8DB37C1B}"/>
          </ac:spMkLst>
        </pc:spChg>
        <pc:spChg chg="add mod">
          <ac:chgData name="Dekker, Nick" userId="29fdc466-9051-4683-9c0e-fe0a65625c78" providerId="ADAL" clId="{6AAC4C78-3D57-4A73-A020-6F374538AE01}" dt="2025-09-11T12:20:34.052" v="1236" actId="14100"/>
          <ac:spMkLst>
            <pc:docMk/>
            <pc:sldMk cId="2718893752" sldId="284"/>
            <ac:spMk id="8" creationId="{B56AA32A-3CED-CC49-3393-4EA8C227EDDC}"/>
          </ac:spMkLst>
        </pc:spChg>
        <pc:picChg chg="add mod">
          <ac:chgData name="Dekker, Nick" userId="29fdc466-9051-4683-9c0e-fe0a65625c78" providerId="ADAL" clId="{6AAC4C78-3D57-4A73-A020-6F374538AE01}" dt="2025-09-11T13:30:47.154" v="1262" actId="14100"/>
          <ac:picMkLst>
            <pc:docMk/>
            <pc:sldMk cId="2718893752" sldId="284"/>
            <ac:picMk id="10" creationId="{D60403ED-17E7-7CFD-8C83-74FFAF25A1C4}"/>
          </ac:picMkLst>
        </pc:picChg>
      </pc:sldChg>
      <pc:sldChg chg="addSp delSp modSp add del mod">
        <pc:chgData name="Dekker, Nick" userId="29fdc466-9051-4683-9c0e-fe0a65625c78" providerId="ADAL" clId="{6AAC4C78-3D57-4A73-A020-6F374538AE01}" dt="2025-09-11T13:37:13.630" v="1295" actId="1076"/>
        <pc:sldMkLst>
          <pc:docMk/>
          <pc:sldMk cId="960582962" sldId="285"/>
        </pc:sldMkLst>
        <pc:spChg chg="add mod">
          <ac:chgData name="Dekker, Nick" userId="29fdc466-9051-4683-9c0e-fe0a65625c78" providerId="ADAL" clId="{6AAC4C78-3D57-4A73-A020-6F374538AE01}" dt="2025-09-11T13:37:13.630" v="1295" actId="1076"/>
          <ac:spMkLst>
            <pc:docMk/>
            <pc:sldMk cId="960582962" sldId="285"/>
            <ac:spMk id="8" creationId="{D914D1B7-0FDA-E670-3F23-D4750E8D2B4C}"/>
          </ac:spMkLst>
        </pc:spChg>
        <pc:picChg chg="add mod">
          <ac:chgData name="Dekker, Nick" userId="29fdc466-9051-4683-9c0e-fe0a65625c78" providerId="ADAL" clId="{6AAC4C78-3D57-4A73-A020-6F374538AE01}" dt="2025-09-11T13:30:40.250" v="1261" actId="14100"/>
          <ac:picMkLst>
            <pc:docMk/>
            <pc:sldMk cId="960582962" sldId="285"/>
            <ac:picMk id="6" creationId="{8A5E5928-89AB-CA33-C133-28AF0C23893E}"/>
          </ac:picMkLst>
        </pc:picChg>
      </pc:sldChg>
      <pc:sldChg chg="addSp modSp mod">
        <pc:chgData name="Dekker, Nick" userId="29fdc466-9051-4683-9c0e-fe0a65625c78" providerId="ADAL" clId="{6AAC4C78-3D57-4A73-A020-6F374538AE01}" dt="2025-09-11T13:42:58.136" v="1354" actId="1076"/>
        <pc:sldMkLst>
          <pc:docMk/>
          <pc:sldMk cId="810084775" sldId="297"/>
        </pc:sldMkLst>
      </pc:sldChg>
      <pc:sldChg chg="addSp modSp mod">
        <pc:chgData name="Dekker, Nick" userId="29fdc466-9051-4683-9c0e-fe0a65625c78" providerId="ADAL" clId="{6AAC4C78-3D57-4A73-A020-6F374538AE01}" dt="2025-09-11T13:37:55.575" v="1331" actId="1076"/>
        <pc:sldMkLst>
          <pc:docMk/>
          <pc:sldMk cId="1977411201" sldId="311"/>
        </pc:sldMkLst>
      </pc:sldChg>
      <pc:sldChg chg="addSp modSp mod">
        <pc:chgData name="Dekker, Nick" userId="29fdc466-9051-4683-9c0e-fe0a65625c78" providerId="ADAL" clId="{6AAC4C78-3D57-4A73-A020-6F374538AE01}" dt="2025-09-11T13:42:07.248" v="1337" actId="1076"/>
        <pc:sldMkLst>
          <pc:docMk/>
          <pc:sldMk cId="1305897366" sldId="313"/>
        </pc:sldMkLst>
        <pc:spChg chg="add mod">
          <ac:chgData name="Dekker, Nick" userId="29fdc466-9051-4683-9c0e-fe0a65625c78" providerId="ADAL" clId="{6AAC4C78-3D57-4A73-A020-6F374538AE01}" dt="2025-09-11T13:42:07.248" v="1337" actId="1076"/>
          <ac:spMkLst>
            <pc:docMk/>
            <pc:sldMk cId="1305897366" sldId="313"/>
            <ac:spMk id="4" creationId="{F73269F6-CAC0-CD4A-7B53-4CA74EA6B4A0}"/>
          </ac:spMkLst>
        </pc:spChg>
        <pc:picChg chg="add mod">
          <ac:chgData name="Dekker, Nick" userId="29fdc466-9051-4683-9c0e-fe0a65625c78" providerId="ADAL" clId="{6AAC4C78-3D57-4A73-A020-6F374538AE01}" dt="2025-09-11T13:42:03.023" v="1336" actId="1076"/>
          <ac:picMkLst>
            <pc:docMk/>
            <pc:sldMk cId="1305897366" sldId="313"/>
            <ac:picMk id="3" creationId="{24814FB8-3F7C-6023-0FE7-6000F087A1BD}"/>
          </ac:picMkLst>
        </pc:picChg>
      </pc:sldChg>
      <pc:sldChg chg="addSp delSp modSp new mod">
        <pc:chgData name="Dekker, Nick" userId="29fdc466-9051-4683-9c0e-fe0a65625c78" providerId="ADAL" clId="{6AAC4C78-3D57-4A73-A020-6F374538AE01}" dt="2025-09-11T11:47:25.125" v="267" actId="1076"/>
        <pc:sldMkLst>
          <pc:docMk/>
          <pc:sldMk cId="1953711717" sldId="314"/>
        </pc:sldMkLst>
        <pc:spChg chg="mod">
          <ac:chgData name="Dekker, Nick" userId="29fdc466-9051-4683-9c0e-fe0a65625c78" providerId="ADAL" clId="{6AAC4C78-3D57-4A73-A020-6F374538AE01}" dt="2025-09-11T11:43:17.790" v="220" actId="207"/>
          <ac:spMkLst>
            <pc:docMk/>
            <pc:sldMk cId="1953711717" sldId="314"/>
            <ac:spMk id="2" creationId="{A1D415DF-4190-198A-BB5C-2C8E071DDDF9}"/>
          </ac:spMkLst>
        </pc:spChg>
        <pc:spChg chg="add mod">
          <ac:chgData name="Dekker, Nick" userId="29fdc466-9051-4683-9c0e-fe0a65625c78" providerId="ADAL" clId="{6AAC4C78-3D57-4A73-A020-6F374538AE01}" dt="2025-09-11T11:47:25.125" v="267" actId="1076"/>
          <ac:spMkLst>
            <pc:docMk/>
            <pc:sldMk cId="1953711717" sldId="314"/>
            <ac:spMk id="11" creationId="{FA9A3D02-714C-3357-8329-A414BF39D883}"/>
          </ac:spMkLst>
        </pc:spChg>
        <pc:spChg chg="add mod">
          <ac:chgData name="Dekker, Nick" userId="29fdc466-9051-4683-9c0e-fe0a65625c78" providerId="ADAL" clId="{6AAC4C78-3D57-4A73-A020-6F374538AE01}" dt="2025-09-11T11:47:22.133" v="266" actId="1076"/>
          <ac:spMkLst>
            <pc:docMk/>
            <pc:sldMk cId="1953711717" sldId="314"/>
            <ac:spMk id="13" creationId="{A7BB7C16-AFA2-C7C7-532B-C8A6CB93BB15}"/>
          </ac:spMkLst>
        </pc:spChg>
        <pc:picChg chg="add mod ord">
          <ac:chgData name="Dekker, Nick" userId="29fdc466-9051-4683-9c0e-fe0a65625c78" providerId="ADAL" clId="{6AAC4C78-3D57-4A73-A020-6F374538AE01}" dt="2025-09-11T11:43:09.575" v="199" actId="1076"/>
          <ac:picMkLst>
            <pc:docMk/>
            <pc:sldMk cId="1953711717" sldId="314"/>
            <ac:picMk id="6" creationId="{FCC4EF31-3B9E-AB8A-0756-4352A0CBDB0C}"/>
          </ac:picMkLst>
        </pc:picChg>
        <pc:picChg chg="add mod ord">
          <ac:chgData name="Dekker, Nick" userId="29fdc466-9051-4683-9c0e-fe0a65625c78" providerId="ADAL" clId="{6AAC4C78-3D57-4A73-A020-6F374538AE01}" dt="2025-09-11T11:45:22.186" v="223" actId="1076"/>
          <ac:picMkLst>
            <pc:docMk/>
            <pc:sldMk cId="1953711717" sldId="314"/>
            <ac:picMk id="8" creationId="{A1BB78A3-BD2C-2E9D-92FB-ED158D7DFC4A}"/>
          </ac:picMkLst>
        </pc:picChg>
        <pc:picChg chg="add mod">
          <ac:chgData name="Dekker, Nick" userId="29fdc466-9051-4683-9c0e-fe0a65625c78" providerId="ADAL" clId="{6AAC4C78-3D57-4A73-A020-6F374538AE01}" dt="2025-09-11T11:45:35.737" v="225" actId="1076"/>
          <ac:picMkLst>
            <pc:docMk/>
            <pc:sldMk cId="1953711717" sldId="314"/>
            <ac:picMk id="10" creationId="{8D9ADEFE-FF45-26EA-CB71-200276A87457}"/>
          </ac:picMkLst>
        </pc:picChg>
      </pc:sldChg>
      <pc:sldChg chg="addSp delSp modSp new mod">
        <pc:chgData name="Dekker, Nick" userId="29fdc466-9051-4683-9c0e-fe0a65625c78" providerId="ADAL" clId="{6AAC4C78-3D57-4A73-A020-6F374538AE01}" dt="2025-09-11T13:28:52.583" v="1247" actId="1076"/>
        <pc:sldMkLst>
          <pc:docMk/>
          <pc:sldMk cId="2116933698" sldId="315"/>
        </pc:sldMkLst>
        <pc:spChg chg="mod">
          <ac:chgData name="Dekker, Nick" userId="29fdc466-9051-4683-9c0e-fe0a65625c78" providerId="ADAL" clId="{6AAC4C78-3D57-4A73-A020-6F374538AE01}" dt="2025-09-11T11:47:47.657" v="306" actId="207"/>
          <ac:spMkLst>
            <pc:docMk/>
            <pc:sldMk cId="2116933698" sldId="315"/>
            <ac:spMk id="2" creationId="{2AC81B3C-4A81-CB73-DBEC-7E169900730A}"/>
          </ac:spMkLst>
        </pc:spChg>
        <pc:spChg chg="add mod">
          <ac:chgData name="Dekker, Nick" userId="29fdc466-9051-4683-9c0e-fe0a65625c78" providerId="ADAL" clId="{6AAC4C78-3D57-4A73-A020-6F374538AE01}" dt="2025-09-11T13:28:52.583" v="1247" actId="1076"/>
          <ac:spMkLst>
            <pc:docMk/>
            <pc:sldMk cId="2116933698" sldId="315"/>
            <ac:spMk id="7" creationId="{C60015F6-3BF8-1186-3408-359DCFF412AD}"/>
          </ac:spMkLst>
        </pc:spChg>
        <pc:picChg chg="add mod ord">
          <ac:chgData name="Dekker, Nick" userId="29fdc466-9051-4683-9c0e-fe0a65625c78" providerId="ADAL" clId="{6AAC4C78-3D57-4A73-A020-6F374538AE01}" dt="2025-09-11T13:28:50.223" v="1246" actId="14100"/>
          <ac:picMkLst>
            <pc:docMk/>
            <pc:sldMk cId="2116933698" sldId="315"/>
            <ac:picMk id="6" creationId="{C5391A1A-1827-4700-5744-B768194A382D}"/>
          </ac:picMkLst>
        </pc:picChg>
      </pc:sldChg>
      <pc:sldChg chg="addSp delSp modSp new mod">
        <pc:chgData name="Dekker, Nick" userId="29fdc466-9051-4683-9c0e-fe0a65625c78" providerId="ADAL" clId="{6AAC4C78-3D57-4A73-A020-6F374538AE01}" dt="2025-09-11T11:58:42.243" v="522" actId="1076"/>
        <pc:sldMkLst>
          <pc:docMk/>
          <pc:sldMk cId="1733578336" sldId="316"/>
        </pc:sldMkLst>
        <pc:spChg chg="mod">
          <ac:chgData name="Dekker, Nick" userId="29fdc466-9051-4683-9c0e-fe0a65625c78" providerId="ADAL" clId="{6AAC4C78-3D57-4A73-A020-6F374538AE01}" dt="2025-09-11T11:55:25.064" v="513" actId="207"/>
          <ac:spMkLst>
            <pc:docMk/>
            <pc:sldMk cId="1733578336" sldId="316"/>
            <ac:spMk id="2" creationId="{3BCF665D-762C-DF38-2AB9-47DFE2B119E6}"/>
          </ac:spMkLst>
        </pc:spChg>
        <pc:picChg chg="add mod">
          <ac:chgData name="Dekker, Nick" userId="29fdc466-9051-4683-9c0e-fe0a65625c78" providerId="ADAL" clId="{6AAC4C78-3D57-4A73-A020-6F374538AE01}" dt="2025-09-11T11:58:16.130" v="520" actId="1076"/>
          <ac:picMkLst>
            <pc:docMk/>
            <pc:sldMk cId="1733578336" sldId="316"/>
            <ac:picMk id="5" creationId="{BD98654C-EB69-BD4E-E605-B9A32340734E}"/>
          </ac:picMkLst>
        </pc:picChg>
        <pc:picChg chg="add mod ord">
          <ac:chgData name="Dekker, Nick" userId="29fdc466-9051-4683-9c0e-fe0a65625c78" providerId="ADAL" clId="{6AAC4C78-3D57-4A73-A020-6F374538AE01}" dt="2025-09-11T11:58:42.243" v="522" actId="1076"/>
          <ac:picMkLst>
            <pc:docMk/>
            <pc:sldMk cId="1733578336" sldId="316"/>
            <ac:picMk id="7" creationId="{7AE220F5-5182-5711-6F1D-0C5B8C4CC7B8}"/>
          </ac:picMkLst>
        </pc:picChg>
      </pc:sldChg>
      <pc:sldChg chg="addSp delSp modSp new mod">
        <pc:chgData name="Dekker, Nick" userId="29fdc466-9051-4683-9c0e-fe0a65625c78" providerId="ADAL" clId="{6AAC4C78-3D57-4A73-A020-6F374538AE01}" dt="2025-09-11T11:51:20.373" v="425" actId="1076"/>
        <pc:sldMkLst>
          <pc:docMk/>
          <pc:sldMk cId="929049148" sldId="317"/>
        </pc:sldMkLst>
        <pc:spChg chg="mod">
          <ac:chgData name="Dekker, Nick" userId="29fdc466-9051-4683-9c0e-fe0a65625c78" providerId="ADAL" clId="{6AAC4C78-3D57-4A73-A020-6F374538AE01}" dt="2025-09-11T11:50:19.366" v="379" actId="207"/>
          <ac:spMkLst>
            <pc:docMk/>
            <pc:sldMk cId="929049148" sldId="317"/>
            <ac:spMk id="2" creationId="{8821813C-78B2-38C1-4E96-2E9D6A5D3A81}"/>
          </ac:spMkLst>
        </pc:spChg>
        <pc:picChg chg="add mod ord">
          <ac:chgData name="Dekker, Nick" userId="29fdc466-9051-4683-9c0e-fe0a65625c78" providerId="ADAL" clId="{6AAC4C78-3D57-4A73-A020-6F374538AE01}" dt="2025-09-11T11:51:20.373" v="425" actId="1076"/>
          <ac:picMkLst>
            <pc:docMk/>
            <pc:sldMk cId="929049148" sldId="317"/>
            <ac:picMk id="5" creationId="{E94BD702-B39E-7170-FDA6-F5B12FBD8BE7}"/>
          </ac:picMkLst>
        </pc:picChg>
        <pc:picChg chg="add mod">
          <ac:chgData name="Dekker, Nick" userId="29fdc466-9051-4683-9c0e-fe0a65625c78" providerId="ADAL" clId="{6AAC4C78-3D57-4A73-A020-6F374538AE01}" dt="2025-09-11T11:51:18.725" v="424" actId="1076"/>
          <ac:picMkLst>
            <pc:docMk/>
            <pc:sldMk cId="929049148" sldId="317"/>
            <ac:picMk id="1026" creationId="{BF34DAF1-DF59-D502-D35D-25B37C475424}"/>
          </ac:picMkLst>
        </pc:picChg>
      </pc:sldChg>
      <pc:sldChg chg="addSp delSp modSp new mod">
        <pc:chgData name="Dekker, Nick" userId="29fdc466-9051-4683-9c0e-fe0a65625c78" providerId="ADAL" clId="{6AAC4C78-3D57-4A73-A020-6F374538AE01}" dt="2025-09-11T12:07:47.788" v="1170" actId="1076"/>
        <pc:sldMkLst>
          <pc:docMk/>
          <pc:sldMk cId="546734060" sldId="318"/>
        </pc:sldMkLst>
        <pc:spChg chg="add mod">
          <ac:chgData name="Dekker, Nick" userId="29fdc466-9051-4683-9c0e-fe0a65625c78" providerId="ADAL" clId="{6AAC4C78-3D57-4A73-A020-6F374538AE01}" dt="2025-09-11T12:07:39.972" v="1168" actId="1076"/>
          <ac:spMkLst>
            <pc:docMk/>
            <pc:sldMk cId="546734060" sldId="318"/>
            <ac:spMk id="9" creationId="{CC6D824C-0D34-B875-6224-9F0724F4404B}"/>
          </ac:spMkLst>
        </pc:spChg>
        <pc:picChg chg="add mod">
          <ac:chgData name="Dekker, Nick" userId="29fdc466-9051-4683-9c0e-fe0a65625c78" providerId="ADAL" clId="{6AAC4C78-3D57-4A73-A020-6F374538AE01}" dt="2025-09-11T12:07:47.788" v="1170" actId="1076"/>
          <ac:picMkLst>
            <pc:docMk/>
            <pc:sldMk cId="546734060" sldId="318"/>
            <ac:picMk id="8" creationId="{D21694FA-4414-1DFF-6702-07D22FEA927E}"/>
          </ac:picMkLst>
        </pc:picChg>
      </pc:sldChg>
      <pc:sldChg chg="addSp delSp modSp new mod">
        <pc:chgData name="Dekker, Nick" userId="29fdc466-9051-4683-9c0e-fe0a65625c78" providerId="ADAL" clId="{6AAC4C78-3D57-4A73-A020-6F374538AE01}" dt="2025-09-11T12:00:19.678" v="577" actId="1076"/>
        <pc:sldMkLst>
          <pc:docMk/>
          <pc:sldMk cId="3800889489" sldId="319"/>
        </pc:sldMkLst>
        <pc:spChg chg="mod">
          <ac:chgData name="Dekker, Nick" userId="29fdc466-9051-4683-9c0e-fe0a65625c78" providerId="ADAL" clId="{6AAC4C78-3D57-4A73-A020-6F374538AE01}" dt="2025-09-11T12:00:10.946" v="574" actId="20577"/>
          <ac:spMkLst>
            <pc:docMk/>
            <pc:sldMk cId="3800889489" sldId="319"/>
            <ac:spMk id="2" creationId="{FB61B9B0-41CF-B393-F3D2-1A959CC327A1}"/>
          </ac:spMkLst>
        </pc:spChg>
        <pc:picChg chg="add mod">
          <ac:chgData name="Dekker, Nick" userId="29fdc466-9051-4683-9c0e-fe0a65625c78" providerId="ADAL" clId="{6AAC4C78-3D57-4A73-A020-6F374538AE01}" dt="2025-09-11T12:00:19.678" v="577" actId="1076"/>
          <ac:picMkLst>
            <pc:docMk/>
            <pc:sldMk cId="3800889489" sldId="319"/>
            <ac:picMk id="3074" creationId="{67178964-1A20-7D16-8711-50E6B252BACB}"/>
          </ac:picMkLst>
        </pc:picChg>
      </pc:sldChg>
      <pc:sldChg chg="modSp new mod">
        <pc:chgData name="Dekker, Nick" userId="29fdc466-9051-4683-9c0e-fe0a65625c78" providerId="ADAL" clId="{6AAC4C78-3D57-4A73-A020-6F374538AE01}" dt="2025-09-11T12:13:16.523" v="1212" actId="5793"/>
        <pc:sldMkLst>
          <pc:docMk/>
          <pc:sldMk cId="2320901278" sldId="320"/>
        </pc:sldMkLst>
        <pc:spChg chg="mod">
          <ac:chgData name="Dekker, Nick" userId="29fdc466-9051-4683-9c0e-fe0a65625c78" providerId="ADAL" clId="{6AAC4C78-3D57-4A73-A020-6F374538AE01}" dt="2025-09-11T12:13:15.040" v="1211" actId="207"/>
          <ac:spMkLst>
            <pc:docMk/>
            <pc:sldMk cId="2320901278" sldId="320"/>
            <ac:spMk id="2" creationId="{648406EE-2EE3-38BE-90CC-3633AADACB5F}"/>
          </ac:spMkLst>
        </pc:spChg>
        <pc:spChg chg="mod">
          <ac:chgData name="Dekker, Nick" userId="29fdc466-9051-4683-9c0e-fe0a65625c78" providerId="ADAL" clId="{6AAC4C78-3D57-4A73-A020-6F374538AE01}" dt="2025-09-11T12:13:16.523" v="1212" actId="5793"/>
          <ac:spMkLst>
            <pc:docMk/>
            <pc:sldMk cId="2320901278" sldId="320"/>
            <ac:spMk id="3" creationId="{D18E4D49-E94C-9E1E-A7FB-E6C21E8A3675}"/>
          </ac:spMkLst>
        </pc:spChg>
      </pc:sldChg>
      <pc:sldChg chg="delSp modSp new del mod">
        <pc:chgData name="Dekker, Nick" userId="29fdc466-9051-4683-9c0e-fe0a65625c78" providerId="ADAL" clId="{6AAC4C78-3D57-4A73-A020-6F374538AE01}" dt="2025-09-11T12:04:02.122" v="901" actId="47"/>
        <pc:sldMkLst>
          <pc:docMk/>
          <pc:sldMk cId="2751930925" sldId="320"/>
        </pc:sldMkLst>
      </pc:sldChg>
      <pc:sldChg chg="delSp modSp new del mod">
        <pc:chgData name="Dekker, Nick" userId="29fdc466-9051-4683-9c0e-fe0a65625c78" providerId="ADAL" clId="{6AAC4C78-3D57-4A73-A020-6F374538AE01}" dt="2025-09-11T12:04:04.468" v="903" actId="47"/>
        <pc:sldMkLst>
          <pc:docMk/>
          <pc:sldMk cId="4101800752" sldId="321"/>
        </pc:sldMkLst>
      </pc:sldChg>
      <pc:sldChg chg="modSp new del mod">
        <pc:chgData name="Dekker, Nick" userId="29fdc466-9051-4683-9c0e-fe0a65625c78" providerId="ADAL" clId="{6AAC4C78-3D57-4A73-A020-6F374538AE01}" dt="2025-09-11T12:04:03.190" v="902" actId="47"/>
        <pc:sldMkLst>
          <pc:docMk/>
          <pc:sldMk cId="1147915601" sldId="322"/>
        </pc:sldMkLst>
      </pc:sldChg>
    </pc:docChg>
  </pc:docChgLst>
  <pc:docChgLst>
    <pc:chgData name="Dekker, Nick" userId="29fdc466-9051-4683-9c0e-fe0a65625c78" providerId="ADAL" clId="{B6B4D2A2-0627-4CE4-AD94-032ECF27F60F}"/>
    <pc:docChg chg="undo custSel addSld delSld modSld sldOrd">
      <pc:chgData name="Dekker, Nick" userId="29fdc466-9051-4683-9c0e-fe0a65625c78" providerId="ADAL" clId="{B6B4D2A2-0627-4CE4-AD94-032ECF27F60F}" dt="2025-09-14T13:45:21.887" v="1241"/>
      <pc:docMkLst>
        <pc:docMk/>
      </pc:docMkLst>
      <pc:sldChg chg="modSp mod">
        <pc:chgData name="Dekker, Nick" userId="29fdc466-9051-4683-9c0e-fe0a65625c78" providerId="ADAL" clId="{B6B4D2A2-0627-4CE4-AD94-032ECF27F60F}" dt="2025-09-14T12:06:08.242" v="32" actId="20577"/>
        <pc:sldMkLst>
          <pc:docMk/>
          <pc:sldMk cId="3933541303" sldId="256"/>
        </pc:sldMkLst>
        <pc:spChg chg="mod">
          <ac:chgData name="Dekker, Nick" userId="29fdc466-9051-4683-9c0e-fe0a65625c78" providerId="ADAL" clId="{B6B4D2A2-0627-4CE4-AD94-032ECF27F60F}" dt="2025-09-14T12:06:08.242" v="32" actId="20577"/>
          <ac:spMkLst>
            <pc:docMk/>
            <pc:sldMk cId="3933541303" sldId="256"/>
            <ac:spMk id="7" creationId="{421FE55E-A672-482F-A940-1277E98F51A9}"/>
          </ac:spMkLst>
        </pc:spChg>
      </pc:sldChg>
      <pc:sldChg chg="del">
        <pc:chgData name="Dekker, Nick" userId="29fdc466-9051-4683-9c0e-fe0a65625c78" providerId="ADAL" clId="{B6B4D2A2-0627-4CE4-AD94-032ECF27F60F}" dt="2025-09-14T12:28:52.967" v="907" actId="47"/>
        <pc:sldMkLst>
          <pc:docMk/>
          <pc:sldMk cId="1458398995" sldId="267"/>
        </pc:sldMkLst>
      </pc:sldChg>
      <pc:sldChg chg="modSp mod">
        <pc:chgData name="Dekker, Nick" userId="29fdc466-9051-4683-9c0e-fe0a65625c78" providerId="ADAL" clId="{B6B4D2A2-0627-4CE4-AD94-032ECF27F60F}" dt="2025-09-14T13:45:07.366" v="1240" actId="207"/>
        <pc:sldMkLst>
          <pc:docMk/>
          <pc:sldMk cId="628492438" sldId="275"/>
        </pc:sldMkLst>
        <pc:spChg chg="mod">
          <ac:chgData name="Dekker, Nick" userId="29fdc466-9051-4683-9c0e-fe0a65625c78" providerId="ADAL" clId="{B6B4D2A2-0627-4CE4-AD94-032ECF27F60F}" dt="2025-09-14T13:45:07.366" v="1240" actId="207"/>
          <ac:spMkLst>
            <pc:docMk/>
            <pc:sldMk cId="628492438" sldId="275"/>
            <ac:spMk id="8" creationId="{4B7DC8DC-67D8-1CA6-02DF-53FC67148361}"/>
          </ac:spMkLst>
        </pc:spChg>
      </pc:sldChg>
      <pc:sldChg chg="del">
        <pc:chgData name="Dekker, Nick" userId="29fdc466-9051-4683-9c0e-fe0a65625c78" providerId="ADAL" clId="{B6B4D2A2-0627-4CE4-AD94-032ECF27F60F}" dt="2025-09-14T13:43:00.349" v="1183" actId="47"/>
        <pc:sldMkLst>
          <pc:docMk/>
          <pc:sldMk cId="268121340" sldId="277"/>
        </pc:sldMkLst>
      </pc:sldChg>
      <pc:sldChg chg="addSp modSp mod">
        <pc:chgData name="Dekker, Nick" userId="29fdc466-9051-4683-9c0e-fe0a65625c78" providerId="ADAL" clId="{B6B4D2A2-0627-4CE4-AD94-032ECF27F60F}" dt="2025-09-14T13:09:02.980" v="1112" actId="1076"/>
        <pc:sldMkLst>
          <pc:docMk/>
          <pc:sldMk cId="3722354989" sldId="278"/>
        </pc:sldMkLst>
        <pc:picChg chg="add mod">
          <ac:chgData name="Dekker, Nick" userId="29fdc466-9051-4683-9c0e-fe0a65625c78" providerId="ADAL" clId="{B6B4D2A2-0627-4CE4-AD94-032ECF27F60F}" dt="2025-09-14T13:09:02.980" v="1112" actId="1076"/>
          <ac:picMkLst>
            <pc:docMk/>
            <pc:sldMk cId="3722354989" sldId="278"/>
            <ac:picMk id="4" creationId="{6DAF3091-709F-0BDA-E7B9-3E695C93A2A5}"/>
          </ac:picMkLst>
        </pc:picChg>
      </pc:sldChg>
      <pc:sldChg chg="addSp delSp modSp mod">
        <pc:chgData name="Dekker, Nick" userId="29fdc466-9051-4683-9c0e-fe0a65625c78" providerId="ADAL" clId="{B6B4D2A2-0627-4CE4-AD94-032ECF27F60F}" dt="2025-09-14T13:17:45.338" v="1129" actId="20577"/>
        <pc:sldMkLst>
          <pc:docMk/>
          <pc:sldMk cId="541670397" sldId="283"/>
        </pc:sldMkLst>
        <pc:spChg chg="mod">
          <ac:chgData name="Dekker, Nick" userId="29fdc466-9051-4683-9c0e-fe0a65625c78" providerId="ADAL" clId="{B6B4D2A2-0627-4CE4-AD94-032ECF27F60F}" dt="2025-09-14T13:17:45.338" v="1129" actId="20577"/>
          <ac:spMkLst>
            <pc:docMk/>
            <pc:sldMk cId="541670397" sldId="283"/>
            <ac:spMk id="10" creationId="{59CF4078-505E-77C6-BFB7-5A076A07D33E}"/>
          </ac:spMkLst>
        </pc:spChg>
        <pc:picChg chg="add mod">
          <ac:chgData name="Dekker, Nick" userId="29fdc466-9051-4683-9c0e-fe0a65625c78" providerId="ADAL" clId="{B6B4D2A2-0627-4CE4-AD94-032ECF27F60F}" dt="2025-09-14T13:17:38.348" v="1117" actId="1076"/>
          <ac:picMkLst>
            <pc:docMk/>
            <pc:sldMk cId="541670397" sldId="283"/>
            <ac:picMk id="4" creationId="{08A37133-4111-EAA5-6A1E-7B1406DF458D}"/>
          </ac:picMkLst>
        </pc:picChg>
        <pc:picChg chg="del">
          <ac:chgData name="Dekker, Nick" userId="29fdc466-9051-4683-9c0e-fe0a65625c78" providerId="ADAL" clId="{B6B4D2A2-0627-4CE4-AD94-032ECF27F60F}" dt="2025-09-14T13:17:35.939" v="1115" actId="478"/>
          <ac:picMkLst>
            <pc:docMk/>
            <pc:sldMk cId="541670397" sldId="283"/>
            <ac:picMk id="9" creationId="{560FF5DB-1606-9200-3D4A-03059242DD3C}"/>
          </ac:picMkLst>
        </pc:picChg>
      </pc:sldChg>
      <pc:sldChg chg="modSp mod">
        <pc:chgData name="Dekker, Nick" userId="29fdc466-9051-4683-9c0e-fe0a65625c78" providerId="ADAL" clId="{B6B4D2A2-0627-4CE4-AD94-032ECF27F60F}" dt="2025-09-14T12:17:12.499" v="791" actId="20577"/>
        <pc:sldMkLst>
          <pc:docMk/>
          <pc:sldMk cId="3663425927" sldId="287"/>
        </pc:sldMkLst>
        <pc:spChg chg="mod">
          <ac:chgData name="Dekker, Nick" userId="29fdc466-9051-4683-9c0e-fe0a65625c78" providerId="ADAL" clId="{B6B4D2A2-0627-4CE4-AD94-032ECF27F60F}" dt="2025-09-14T12:17:12.499" v="791" actId="20577"/>
          <ac:spMkLst>
            <pc:docMk/>
            <pc:sldMk cId="3663425927" sldId="287"/>
            <ac:spMk id="3" creationId="{BABECB7C-D433-217A-E6AC-3DE875929A78}"/>
          </ac:spMkLst>
        </pc:spChg>
      </pc:sldChg>
      <pc:sldChg chg="modSp mod">
        <pc:chgData name="Dekker, Nick" userId="29fdc466-9051-4683-9c0e-fe0a65625c78" providerId="ADAL" clId="{B6B4D2A2-0627-4CE4-AD94-032ECF27F60F}" dt="2025-09-14T12:25:36.931" v="800" actId="20577"/>
        <pc:sldMkLst>
          <pc:docMk/>
          <pc:sldMk cId="1199814114" sldId="290"/>
        </pc:sldMkLst>
        <pc:spChg chg="mod">
          <ac:chgData name="Dekker, Nick" userId="29fdc466-9051-4683-9c0e-fe0a65625c78" providerId="ADAL" clId="{B6B4D2A2-0627-4CE4-AD94-032ECF27F60F}" dt="2025-09-14T12:25:36.931" v="800" actId="20577"/>
          <ac:spMkLst>
            <pc:docMk/>
            <pc:sldMk cId="1199814114" sldId="290"/>
            <ac:spMk id="11" creationId="{13560B24-2077-42A2-C77D-DC77D4FC3641}"/>
          </ac:spMkLst>
        </pc:spChg>
      </pc:sldChg>
      <pc:sldChg chg="modSp mod">
        <pc:chgData name="Dekker, Nick" userId="29fdc466-9051-4683-9c0e-fe0a65625c78" providerId="ADAL" clId="{B6B4D2A2-0627-4CE4-AD94-032ECF27F60F}" dt="2025-09-14T13:07:40.464" v="1110" actId="20577"/>
        <pc:sldMkLst>
          <pc:docMk/>
          <pc:sldMk cId="2327550093" sldId="292"/>
        </pc:sldMkLst>
        <pc:spChg chg="mod">
          <ac:chgData name="Dekker, Nick" userId="29fdc466-9051-4683-9c0e-fe0a65625c78" providerId="ADAL" clId="{B6B4D2A2-0627-4CE4-AD94-032ECF27F60F}" dt="2025-09-14T13:07:40.464" v="1110" actId="20577"/>
          <ac:spMkLst>
            <pc:docMk/>
            <pc:sldMk cId="2327550093" sldId="292"/>
            <ac:spMk id="2" creationId="{CBEE8F46-CAE8-51F2-A9B9-CE149D46FCB6}"/>
          </ac:spMkLst>
        </pc:spChg>
      </pc:sldChg>
      <pc:sldChg chg="modSp mod">
        <pc:chgData name="Dekker, Nick" userId="29fdc466-9051-4683-9c0e-fe0a65625c78" providerId="ADAL" clId="{B6B4D2A2-0627-4CE4-AD94-032ECF27F60F}" dt="2025-09-14T12:32:18.307" v="978" actId="113"/>
        <pc:sldMkLst>
          <pc:docMk/>
          <pc:sldMk cId="3569255960" sldId="294"/>
        </pc:sldMkLst>
        <pc:spChg chg="mod">
          <ac:chgData name="Dekker, Nick" userId="29fdc466-9051-4683-9c0e-fe0a65625c78" providerId="ADAL" clId="{B6B4D2A2-0627-4CE4-AD94-032ECF27F60F}" dt="2025-09-14T12:32:18.307" v="978" actId="113"/>
          <ac:spMkLst>
            <pc:docMk/>
            <pc:sldMk cId="3569255960" sldId="294"/>
            <ac:spMk id="5" creationId="{738F91D7-028F-CF68-D8B8-AE6986789CD0}"/>
          </ac:spMkLst>
        </pc:spChg>
      </pc:sldChg>
      <pc:sldChg chg="delSp modSp mod">
        <pc:chgData name="Dekker, Nick" userId="29fdc466-9051-4683-9c0e-fe0a65625c78" providerId="ADAL" clId="{B6B4D2A2-0627-4CE4-AD94-032ECF27F60F}" dt="2025-09-14T13:02:16.674" v="1091"/>
        <pc:sldMkLst>
          <pc:docMk/>
          <pc:sldMk cId="810084775" sldId="297"/>
        </pc:sldMkLst>
        <pc:spChg chg="del mod">
          <ac:chgData name="Dekker, Nick" userId="29fdc466-9051-4683-9c0e-fe0a65625c78" providerId="ADAL" clId="{B6B4D2A2-0627-4CE4-AD94-032ECF27F60F}" dt="2025-09-14T13:02:16.674" v="1091"/>
          <ac:spMkLst>
            <pc:docMk/>
            <pc:sldMk cId="810084775" sldId="297"/>
            <ac:spMk id="4" creationId="{75B1C41B-EEDE-84C1-3737-0F3331472F48}"/>
          </ac:spMkLst>
        </pc:spChg>
        <pc:picChg chg="del">
          <ac:chgData name="Dekker, Nick" userId="29fdc466-9051-4683-9c0e-fe0a65625c78" providerId="ADAL" clId="{B6B4D2A2-0627-4CE4-AD94-032ECF27F60F}" dt="2025-09-14T13:02:13.506" v="1088" actId="21"/>
          <ac:picMkLst>
            <pc:docMk/>
            <pc:sldMk cId="810084775" sldId="297"/>
            <ac:picMk id="3" creationId="{E7D90013-4797-704F-A372-CD49BE9016FD}"/>
          </ac:picMkLst>
        </pc:picChg>
      </pc:sldChg>
      <pc:sldChg chg="addSp modSp mod">
        <pc:chgData name="Dekker, Nick" userId="29fdc466-9051-4683-9c0e-fe0a65625c78" providerId="ADAL" clId="{B6B4D2A2-0627-4CE4-AD94-032ECF27F60F}" dt="2025-09-14T13:02:31.127" v="1108" actId="1076"/>
        <pc:sldMkLst>
          <pc:docMk/>
          <pc:sldMk cId="3717652877" sldId="299"/>
        </pc:sldMkLst>
        <pc:spChg chg="add mod">
          <ac:chgData name="Dekker, Nick" userId="29fdc466-9051-4683-9c0e-fe0a65625c78" providerId="ADAL" clId="{B6B4D2A2-0627-4CE4-AD94-032ECF27F60F}" dt="2025-09-14T13:02:31.127" v="1108" actId="1076"/>
          <ac:spMkLst>
            <pc:docMk/>
            <pc:sldMk cId="3717652877" sldId="299"/>
            <ac:spMk id="4" creationId="{EF5DC3D7-2149-EFE6-61F1-AE3713AB1EE9}"/>
          </ac:spMkLst>
        </pc:spChg>
        <pc:picChg chg="add mod">
          <ac:chgData name="Dekker, Nick" userId="29fdc466-9051-4683-9c0e-fe0a65625c78" providerId="ADAL" clId="{B6B4D2A2-0627-4CE4-AD94-032ECF27F60F}" dt="2025-09-14T13:02:18.518" v="1093" actId="1076"/>
          <ac:picMkLst>
            <pc:docMk/>
            <pc:sldMk cId="3717652877" sldId="299"/>
            <ac:picMk id="3" creationId="{E7D90013-4797-704F-A372-CD49BE9016FD}"/>
          </ac:picMkLst>
        </pc:picChg>
      </pc:sldChg>
      <pc:sldChg chg="addSp delSp modSp mod">
        <pc:chgData name="Dekker, Nick" userId="29fdc466-9051-4683-9c0e-fe0a65625c78" providerId="ADAL" clId="{B6B4D2A2-0627-4CE4-AD94-032ECF27F60F}" dt="2025-09-14T12:36:41.815" v="992" actId="1076"/>
        <pc:sldMkLst>
          <pc:docMk/>
          <pc:sldMk cId="882087810" sldId="310"/>
        </pc:sldMkLst>
        <pc:spChg chg="mod">
          <ac:chgData name="Dekker, Nick" userId="29fdc466-9051-4683-9c0e-fe0a65625c78" providerId="ADAL" clId="{B6B4D2A2-0627-4CE4-AD94-032ECF27F60F}" dt="2025-09-14T12:36:40.110" v="991" actId="20577"/>
          <ac:spMkLst>
            <pc:docMk/>
            <pc:sldMk cId="882087810" sldId="310"/>
            <ac:spMk id="2" creationId="{F876963A-6DB7-A89A-1B5D-34A9314587C3}"/>
          </ac:spMkLst>
        </pc:spChg>
        <pc:spChg chg="mod">
          <ac:chgData name="Dekker, Nick" userId="29fdc466-9051-4683-9c0e-fe0a65625c78" providerId="ADAL" clId="{B6B4D2A2-0627-4CE4-AD94-032ECF27F60F}" dt="2025-09-14T12:35:27.270" v="983" actId="313"/>
          <ac:spMkLst>
            <pc:docMk/>
            <pc:sldMk cId="882087810" sldId="310"/>
            <ac:spMk id="6" creationId="{A55C2F82-5B61-3329-4320-A77022E6835D}"/>
          </ac:spMkLst>
        </pc:spChg>
        <pc:spChg chg="add mod">
          <ac:chgData name="Dekker, Nick" userId="29fdc466-9051-4683-9c0e-fe0a65625c78" providerId="ADAL" clId="{B6B4D2A2-0627-4CE4-AD94-032ECF27F60F}" dt="2025-09-14T12:36:32.430" v="987" actId="20577"/>
          <ac:spMkLst>
            <pc:docMk/>
            <pc:sldMk cId="882087810" sldId="310"/>
            <ac:spMk id="10" creationId="{5A59FA5B-1783-DC66-AF31-7D833CEB6585}"/>
          </ac:spMkLst>
        </pc:spChg>
        <pc:picChg chg="add del mod">
          <ac:chgData name="Dekker, Nick" userId="29fdc466-9051-4683-9c0e-fe0a65625c78" providerId="ADAL" clId="{B6B4D2A2-0627-4CE4-AD94-032ECF27F60F}" dt="2025-09-14T12:28:29.915" v="904" actId="21"/>
          <ac:picMkLst>
            <pc:docMk/>
            <pc:sldMk cId="882087810" sldId="310"/>
            <ac:picMk id="4" creationId="{D9176FF4-3125-E88F-31B1-03A09E37F45D}"/>
          </ac:picMkLst>
        </pc:picChg>
        <pc:picChg chg="del">
          <ac:chgData name="Dekker, Nick" userId="29fdc466-9051-4683-9c0e-fe0a65625c78" providerId="ADAL" clId="{B6B4D2A2-0627-4CE4-AD94-032ECF27F60F}" dt="2025-09-14T12:36:30.602" v="984" actId="478"/>
          <ac:picMkLst>
            <pc:docMk/>
            <pc:sldMk cId="882087810" sldId="310"/>
            <ac:picMk id="5" creationId="{1F3952F2-FF79-A635-D03B-64BA49B7F6FE}"/>
          </ac:picMkLst>
        </pc:picChg>
        <pc:picChg chg="add mod">
          <ac:chgData name="Dekker, Nick" userId="29fdc466-9051-4683-9c0e-fe0a65625c78" providerId="ADAL" clId="{B6B4D2A2-0627-4CE4-AD94-032ECF27F60F}" dt="2025-09-14T12:28:47.097" v="906" actId="1076"/>
          <ac:picMkLst>
            <pc:docMk/>
            <pc:sldMk cId="882087810" sldId="310"/>
            <ac:picMk id="8" creationId="{C6305123-1FE5-7820-85F5-05ADF46FFE23}"/>
          </ac:picMkLst>
        </pc:picChg>
        <pc:picChg chg="add mod">
          <ac:chgData name="Dekker, Nick" userId="29fdc466-9051-4683-9c0e-fe0a65625c78" providerId="ADAL" clId="{B6B4D2A2-0627-4CE4-AD94-032ECF27F60F}" dt="2025-09-14T12:36:41.815" v="992" actId="1076"/>
          <ac:picMkLst>
            <pc:docMk/>
            <pc:sldMk cId="882087810" sldId="310"/>
            <ac:picMk id="12" creationId="{E63F55AC-36EF-99AE-059D-206064AB41D6}"/>
          </ac:picMkLst>
        </pc:picChg>
        <pc:picChg chg="mod">
          <ac:chgData name="Dekker, Nick" userId="29fdc466-9051-4683-9c0e-fe0a65625c78" providerId="ADAL" clId="{B6B4D2A2-0627-4CE4-AD94-032ECF27F60F}" dt="2025-09-14T12:26:29.248" v="803" actId="1076"/>
          <ac:picMkLst>
            <pc:docMk/>
            <pc:sldMk cId="882087810" sldId="310"/>
            <ac:picMk id="14" creationId="{4EE24970-CC0F-C027-64C5-95599139DB32}"/>
          </ac:picMkLst>
        </pc:picChg>
      </pc:sldChg>
      <pc:sldChg chg="addSp delSp modSp mod">
        <pc:chgData name="Dekker, Nick" userId="29fdc466-9051-4683-9c0e-fe0a65625c78" providerId="ADAL" clId="{B6B4D2A2-0627-4CE4-AD94-032ECF27F60F}" dt="2025-09-14T12:39:58.355" v="1005" actId="1076"/>
        <pc:sldMkLst>
          <pc:docMk/>
          <pc:sldMk cId="1977411201" sldId="311"/>
        </pc:sldMkLst>
        <pc:spChg chg="del">
          <ac:chgData name="Dekker, Nick" userId="29fdc466-9051-4683-9c0e-fe0a65625c78" providerId="ADAL" clId="{B6B4D2A2-0627-4CE4-AD94-032ECF27F60F}" dt="2025-09-14T12:39:28.710" v="999" actId="478"/>
          <ac:spMkLst>
            <pc:docMk/>
            <pc:sldMk cId="1977411201" sldId="311"/>
            <ac:spMk id="2" creationId="{773F8831-999D-D574-1332-D99234AB47D5}"/>
          </ac:spMkLst>
        </pc:spChg>
        <pc:spChg chg="del">
          <ac:chgData name="Dekker, Nick" userId="29fdc466-9051-4683-9c0e-fe0a65625c78" providerId="ADAL" clId="{B6B4D2A2-0627-4CE4-AD94-032ECF27F60F}" dt="2025-09-14T12:39:28.710" v="999" actId="478"/>
          <ac:spMkLst>
            <pc:docMk/>
            <pc:sldMk cId="1977411201" sldId="311"/>
            <ac:spMk id="4" creationId="{9C64EF8D-F6E0-41AD-5E7F-567D2AE066AB}"/>
          </ac:spMkLst>
        </pc:spChg>
        <pc:spChg chg="del">
          <ac:chgData name="Dekker, Nick" userId="29fdc466-9051-4683-9c0e-fe0a65625c78" providerId="ADAL" clId="{B6B4D2A2-0627-4CE4-AD94-032ECF27F60F}" dt="2025-09-14T12:39:28.710" v="999" actId="478"/>
          <ac:spMkLst>
            <pc:docMk/>
            <pc:sldMk cId="1977411201" sldId="311"/>
            <ac:spMk id="6" creationId="{DF491E6A-2A78-1A14-1BBA-BCB4ED341983}"/>
          </ac:spMkLst>
        </pc:spChg>
        <pc:spChg chg="add del mod">
          <ac:chgData name="Dekker, Nick" userId="29fdc466-9051-4683-9c0e-fe0a65625c78" providerId="ADAL" clId="{B6B4D2A2-0627-4CE4-AD94-032ECF27F60F}" dt="2025-09-14T12:39:27.421" v="998" actId="478"/>
          <ac:spMkLst>
            <pc:docMk/>
            <pc:sldMk cId="1977411201" sldId="311"/>
            <ac:spMk id="8" creationId="{E8A9C452-92B3-C9AB-EA6D-4E7DBF44F132}"/>
          </ac:spMkLst>
        </pc:spChg>
        <pc:spChg chg="add del mod">
          <ac:chgData name="Dekker, Nick" userId="29fdc466-9051-4683-9c0e-fe0a65625c78" providerId="ADAL" clId="{B6B4D2A2-0627-4CE4-AD94-032ECF27F60F}" dt="2025-09-14T12:39:28.710" v="999" actId="478"/>
          <ac:spMkLst>
            <pc:docMk/>
            <pc:sldMk cId="1977411201" sldId="311"/>
            <ac:spMk id="12" creationId="{1041B7B9-485C-D3E8-A716-92ACB563ADF5}"/>
          </ac:spMkLst>
        </pc:spChg>
        <pc:spChg chg="add mod">
          <ac:chgData name="Dekker, Nick" userId="29fdc466-9051-4683-9c0e-fe0a65625c78" providerId="ADAL" clId="{B6B4D2A2-0627-4CE4-AD94-032ECF27F60F}" dt="2025-09-14T12:39:33.221" v="1000" actId="20577"/>
          <ac:spMkLst>
            <pc:docMk/>
            <pc:sldMk cId="1977411201" sldId="311"/>
            <ac:spMk id="14" creationId="{BBA3E5E2-9888-0BD3-0DA2-79D95B237B23}"/>
          </ac:spMkLst>
        </pc:spChg>
        <pc:picChg chg="del">
          <ac:chgData name="Dekker, Nick" userId="29fdc466-9051-4683-9c0e-fe0a65625c78" providerId="ADAL" clId="{B6B4D2A2-0627-4CE4-AD94-032ECF27F60F}" dt="2025-09-14T12:39:28.710" v="999" actId="478"/>
          <ac:picMkLst>
            <pc:docMk/>
            <pc:sldMk cId="1977411201" sldId="311"/>
            <ac:picMk id="3" creationId="{DE5992C9-C336-9A36-5368-DE590D7B053C}"/>
          </ac:picMkLst>
        </pc:picChg>
        <pc:picChg chg="del">
          <ac:chgData name="Dekker, Nick" userId="29fdc466-9051-4683-9c0e-fe0a65625c78" providerId="ADAL" clId="{B6B4D2A2-0627-4CE4-AD94-032ECF27F60F}" dt="2025-09-14T12:39:12.111" v="993" actId="478"/>
          <ac:picMkLst>
            <pc:docMk/>
            <pc:sldMk cId="1977411201" sldId="311"/>
            <ac:picMk id="5" creationId="{49F78235-0809-20D9-CE87-0300DEDE6677}"/>
          </ac:picMkLst>
        </pc:picChg>
        <pc:picChg chg="add del">
          <ac:chgData name="Dekker, Nick" userId="29fdc466-9051-4683-9c0e-fe0a65625c78" providerId="ADAL" clId="{B6B4D2A2-0627-4CE4-AD94-032ECF27F60F}" dt="2025-09-14T12:39:28.710" v="999" actId="478"/>
          <ac:picMkLst>
            <pc:docMk/>
            <pc:sldMk cId="1977411201" sldId="311"/>
            <ac:picMk id="10" creationId="{39CDD18B-2FD3-605A-AA61-8AE136454FB7}"/>
          </ac:picMkLst>
        </pc:picChg>
        <pc:picChg chg="add del mod">
          <ac:chgData name="Dekker, Nick" userId="29fdc466-9051-4683-9c0e-fe0a65625c78" providerId="ADAL" clId="{B6B4D2A2-0627-4CE4-AD94-032ECF27F60F}" dt="2025-09-14T12:39:56.213" v="1003" actId="478"/>
          <ac:picMkLst>
            <pc:docMk/>
            <pc:sldMk cId="1977411201" sldId="311"/>
            <ac:picMk id="16" creationId="{A71269FA-98CE-8637-6D81-DBF71DAFEB0E}"/>
          </ac:picMkLst>
        </pc:picChg>
        <pc:picChg chg="add mod">
          <ac:chgData name="Dekker, Nick" userId="29fdc466-9051-4683-9c0e-fe0a65625c78" providerId="ADAL" clId="{B6B4D2A2-0627-4CE4-AD94-032ECF27F60F}" dt="2025-09-14T12:39:58.355" v="1005" actId="1076"/>
          <ac:picMkLst>
            <pc:docMk/>
            <pc:sldMk cId="1977411201" sldId="311"/>
            <ac:picMk id="18" creationId="{6134BE1D-5809-AB8F-E7C2-26F856EF1F26}"/>
          </ac:picMkLst>
        </pc:picChg>
      </pc:sldChg>
      <pc:sldChg chg="modSp">
        <pc:chgData name="Dekker, Nick" userId="29fdc466-9051-4683-9c0e-fe0a65625c78" providerId="ADAL" clId="{B6B4D2A2-0627-4CE4-AD94-032ECF27F60F}" dt="2025-09-14T13:10:00.012" v="1114" actId="14100"/>
        <pc:sldMkLst>
          <pc:docMk/>
          <pc:sldMk cId="929049148" sldId="317"/>
        </pc:sldMkLst>
        <pc:picChg chg="mod">
          <ac:chgData name="Dekker, Nick" userId="29fdc466-9051-4683-9c0e-fe0a65625c78" providerId="ADAL" clId="{B6B4D2A2-0627-4CE4-AD94-032ECF27F60F}" dt="2025-09-14T13:10:00.012" v="1114" actId="14100"/>
          <ac:picMkLst>
            <pc:docMk/>
            <pc:sldMk cId="929049148" sldId="317"/>
            <ac:picMk id="1026" creationId="{BF34DAF1-DF59-D502-D35D-25B37C475424}"/>
          </ac:picMkLst>
        </pc:picChg>
      </pc:sldChg>
      <pc:sldChg chg="addSp modSp mod">
        <pc:chgData name="Dekker, Nick" userId="29fdc466-9051-4683-9c0e-fe0a65625c78" providerId="ADAL" clId="{B6B4D2A2-0627-4CE4-AD94-032ECF27F60F}" dt="2025-09-14T13:44:54.646" v="1239" actId="1076"/>
        <pc:sldMkLst>
          <pc:docMk/>
          <pc:sldMk cId="2320901278" sldId="320"/>
        </pc:sldMkLst>
        <pc:spChg chg="mod">
          <ac:chgData name="Dekker, Nick" userId="29fdc466-9051-4683-9c0e-fe0a65625c78" providerId="ADAL" clId="{B6B4D2A2-0627-4CE4-AD94-032ECF27F60F}" dt="2025-09-14T13:17:49.404" v="1130" actId="20577"/>
          <ac:spMkLst>
            <pc:docMk/>
            <pc:sldMk cId="2320901278" sldId="320"/>
            <ac:spMk id="3" creationId="{D18E4D49-E94C-9E1E-A7FB-E6C21E8A3675}"/>
          </ac:spMkLst>
        </pc:spChg>
        <pc:spChg chg="add mod">
          <ac:chgData name="Dekker, Nick" userId="29fdc466-9051-4683-9c0e-fe0a65625c78" providerId="ADAL" clId="{B6B4D2A2-0627-4CE4-AD94-032ECF27F60F}" dt="2025-09-14T13:44:54.646" v="1239" actId="1076"/>
          <ac:spMkLst>
            <pc:docMk/>
            <pc:sldMk cId="2320901278" sldId="320"/>
            <ac:spMk id="8" creationId="{2FA32ACF-C088-A6BE-AAEB-AA2EDEC1B512}"/>
          </ac:spMkLst>
        </pc:spChg>
        <pc:picChg chg="add mod">
          <ac:chgData name="Dekker, Nick" userId="29fdc466-9051-4683-9c0e-fe0a65625c78" providerId="ADAL" clId="{B6B4D2A2-0627-4CE4-AD94-032ECF27F60F}" dt="2025-09-14T13:43:49.945" v="1185" actId="1076"/>
          <ac:picMkLst>
            <pc:docMk/>
            <pc:sldMk cId="2320901278" sldId="320"/>
            <ac:picMk id="5" creationId="{2D7124EE-30D9-A577-7B44-A08147ED7314}"/>
          </ac:picMkLst>
        </pc:picChg>
        <pc:picChg chg="add mod">
          <ac:chgData name="Dekker, Nick" userId="29fdc466-9051-4683-9c0e-fe0a65625c78" providerId="ADAL" clId="{B6B4D2A2-0627-4CE4-AD94-032ECF27F60F}" dt="2025-09-14T13:44:26.933" v="1187" actId="1076"/>
          <ac:picMkLst>
            <pc:docMk/>
            <pc:sldMk cId="2320901278" sldId="320"/>
            <ac:picMk id="7" creationId="{8E3AF482-6BCB-C070-FEE6-E57F14873E7C}"/>
          </ac:picMkLst>
        </pc:picChg>
      </pc:sldChg>
      <pc:sldChg chg="modSp new mod">
        <pc:chgData name="Dekker, Nick" userId="29fdc466-9051-4683-9c0e-fe0a65625c78" providerId="ADAL" clId="{B6B4D2A2-0627-4CE4-AD94-032ECF27F60F}" dt="2025-09-14T12:05:55.038" v="31" actId="20577"/>
        <pc:sldMkLst>
          <pc:docMk/>
          <pc:sldMk cId="620896014" sldId="323"/>
        </pc:sldMkLst>
        <pc:spChg chg="mod">
          <ac:chgData name="Dekker, Nick" userId="29fdc466-9051-4683-9c0e-fe0a65625c78" providerId="ADAL" clId="{B6B4D2A2-0627-4CE4-AD94-032ECF27F60F}" dt="2025-09-14T12:01:02.683" v="28" actId="207"/>
          <ac:spMkLst>
            <pc:docMk/>
            <pc:sldMk cId="620896014" sldId="323"/>
            <ac:spMk id="2" creationId="{9694626C-EAA5-EFB5-9EC6-D47A3D8901E6}"/>
          </ac:spMkLst>
        </pc:spChg>
        <pc:spChg chg="mod">
          <ac:chgData name="Dekker, Nick" userId="29fdc466-9051-4683-9c0e-fe0a65625c78" providerId="ADAL" clId="{B6B4D2A2-0627-4CE4-AD94-032ECF27F60F}" dt="2025-09-14T12:05:55.038" v="31" actId="20577"/>
          <ac:spMkLst>
            <pc:docMk/>
            <pc:sldMk cId="620896014" sldId="323"/>
            <ac:spMk id="3" creationId="{D8F288F5-7CD4-7515-F007-A6ACED24BE14}"/>
          </ac:spMkLst>
        </pc:spChg>
      </pc:sldChg>
      <pc:sldChg chg="modSp add mod ord">
        <pc:chgData name="Dekker, Nick" userId="29fdc466-9051-4683-9c0e-fe0a65625c78" providerId="ADAL" clId="{B6B4D2A2-0627-4CE4-AD94-032ECF27F60F}" dt="2025-09-14T12:14:01.812" v="753" actId="27636"/>
        <pc:sldMkLst>
          <pc:docMk/>
          <pc:sldMk cId="864176741" sldId="324"/>
        </pc:sldMkLst>
        <pc:spChg chg="mod">
          <ac:chgData name="Dekker, Nick" userId="29fdc466-9051-4683-9c0e-fe0a65625c78" providerId="ADAL" clId="{B6B4D2A2-0627-4CE4-AD94-032ECF27F60F}" dt="2025-09-14T12:07:27.609" v="45" actId="20577"/>
          <ac:spMkLst>
            <pc:docMk/>
            <pc:sldMk cId="864176741" sldId="324"/>
            <ac:spMk id="2" creationId="{1B8D0FDA-CC9C-A243-4C64-957A988CC4FB}"/>
          </ac:spMkLst>
        </pc:spChg>
        <pc:spChg chg="mod">
          <ac:chgData name="Dekker, Nick" userId="29fdc466-9051-4683-9c0e-fe0a65625c78" providerId="ADAL" clId="{B6B4D2A2-0627-4CE4-AD94-032ECF27F60F}" dt="2025-09-14T12:14:01.812" v="753" actId="27636"/>
          <ac:spMkLst>
            <pc:docMk/>
            <pc:sldMk cId="864176741" sldId="324"/>
            <ac:spMk id="3" creationId="{CDE15CCE-DE22-26B1-F13E-7C603730E487}"/>
          </ac:spMkLst>
        </pc:spChg>
      </pc:sldChg>
      <pc:sldChg chg="new del">
        <pc:chgData name="Dekker, Nick" userId="29fdc466-9051-4683-9c0e-fe0a65625c78" providerId="ADAL" clId="{B6B4D2A2-0627-4CE4-AD94-032ECF27F60F}" dt="2025-09-14T12:07:22.040" v="36" actId="47"/>
        <pc:sldMkLst>
          <pc:docMk/>
          <pc:sldMk cId="2552801022" sldId="324"/>
        </pc:sldMkLst>
      </pc:sldChg>
      <pc:sldChg chg="new del">
        <pc:chgData name="Dekker, Nick" userId="29fdc466-9051-4683-9c0e-fe0a65625c78" providerId="ADAL" clId="{B6B4D2A2-0627-4CE4-AD94-032ECF27F60F}" dt="2025-09-14T12:07:14.650" v="34" actId="47"/>
        <pc:sldMkLst>
          <pc:docMk/>
          <pc:sldMk cId="3784781013" sldId="324"/>
        </pc:sldMkLst>
      </pc:sldChg>
      <pc:sldChg chg="addSp modSp new mod">
        <pc:chgData name="Dekker, Nick" userId="29fdc466-9051-4683-9c0e-fe0a65625c78" providerId="ADAL" clId="{B6B4D2A2-0627-4CE4-AD94-032ECF27F60F}" dt="2025-09-14T12:41:23.265" v="1014" actId="207"/>
        <pc:sldMkLst>
          <pc:docMk/>
          <pc:sldMk cId="3846595456" sldId="325"/>
        </pc:sldMkLst>
        <pc:spChg chg="mod">
          <ac:chgData name="Dekker, Nick" userId="29fdc466-9051-4683-9c0e-fe0a65625c78" providerId="ADAL" clId="{B6B4D2A2-0627-4CE4-AD94-032ECF27F60F}" dt="2025-09-14T12:41:23.265" v="1014" actId="207"/>
          <ac:spMkLst>
            <pc:docMk/>
            <pc:sldMk cId="3846595456" sldId="325"/>
            <ac:spMk id="2" creationId="{282D8622-9BE0-6BA9-C7AF-3D8F8CD6AB55}"/>
          </ac:spMkLst>
        </pc:spChg>
        <pc:spChg chg="mod">
          <ac:chgData name="Dekker, Nick" userId="29fdc466-9051-4683-9c0e-fe0a65625c78" providerId="ADAL" clId="{B6B4D2A2-0627-4CE4-AD94-032ECF27F60F}" dt="2025-09-14T12:41:17.737" v="1008" actId="20577"/>
          <ac:spMkLst>
            <pc:docMk/>
            <pc:sldMk cId="3846595456" sldId="325"/>
            <ac:spMk id="3" creationId="{DCCE0975-F2B1-58FB-4482-BA11F20A8386}"/>
          </ac:spMkLst>
        </pc:spChg>
        <pc:picChg chg="add mod">
          <ac:chgData name="Dekker, Nick" userId="29fdc466-9051-4683-9c0e-fe0a65625c78" providerId="ADAL" clId="{B6B4D2A2-0627-4CE4-AD94-032ECF27F60F}" dt="2025-09-14T12:41:19.769" v="1010" actId="1076"/>
          <ac:picMkLst>
            <pc:docMk/>
            <pc:sldMk cId="3846595456" sldId="325"/>
            <ac:picMk id="5" creationId="{59E1362D-C303-FB4B-D443-2F01B73CF630}"/>
          </ac:picMkLst>
        </pc:picChg>
      </pc:sldChg>
      <pc:sldChg chg="modSp new mod">
        <pc:chgData name="Dekker, Nick" userId="29fdc466-9051-4683-9c0e-fe0a65625c78" providerId="ADAL" clId="{B6B4D2A2-0627-4CE4-AD94-032ECF27F60F}" dt="2025-09-14T12:53:13.694" v="1018" actId="20577"/>
        <pc:sldMkLst>
          <pc:docMk/>
          <pc:sldMk cId="4158490913" sldId="326"/>
        </pc:sldMkLst>
        <pc:spChg chg="mod">
          <ac:chgData name="Dekker, Nick" userId="29fdc466-9051-4683-9c0e-fe0a65625c78" providerId="ADAL" clId="{B6B4D2A2-0627-4CE4-AD94-032ECF27F60F}" dt="2025-09-14T12:53:12.055" v="1016"/>
          <ac:spMkLst>
            <pc:docMk/>
            <pc:sldMk cId="4158490913" sldId="326"/>
            <ac:spMk id="2" creationId="{E6DE6A0C-92D2-C23B-C226-52CA601126A1}"/>
          </ac:spMkLst>
        </pc:spChg>
        <pc:spChg chg="mod">
          <ac:chgData name="Dekker, Nick" userId="29fdc466-9051-4683-9c0e-fe0a65625c78" providerId="ADAL" clId="{B6B4D2A2-0627-4CE4-AD94-032ECF27F60F}" dt="2025-09-14T12:53:13.694" v="1018" actId="20577"/>
          <ac:spMkLst>
            <pc:docMk/>
            <pc:sldMk cId="4158490913" sldId="326"/>
            <ac:spMk id="3" creationId="{47ACE0DD-AD88-3611-B856-CCAA469488EE}"/>
          </ac:spMkLst>
        </pc:spChg>
      </pc:sldChg>
      <pc:sldChg chg="modSp add mod ord">
        <pc:chgData name="Dekker, Nick" userId="29fdc466-9051-4683-9c0e-fe0a65625c78" providerId="ADAL" clId="{B6B4D2A2-0627-4CE4-AD94-032ECF27F60F}" dt="2025-09-14T12:53:54.768" v="1024" actId="6549"/>
        <pc:sldMkLst>
          <pc:docMk/>
          <pc:sldMk cId="403914632" sldId="327"/>
        </pc:sldMkLst>
        <pc:spChg chg="mod">
          <ac:chgData name="Dekker, Nick" userId="29fdc466-9051-4683-9c0e-fe0a65625c78" providerId="ADAL" clId="{B6B4D2A2-0627-4CE4-AD94-032ECF27F60F}" dt="2025-09-14T12:53:54.768" v="1024" actId="6549"/>
          <ac:spMkLst>
            <pc:docMk/>
            <pc:sldMk cId="403914632" sldId="327"/>
            <ac:spMk id="5" creationId="{84617C08-982F-312A-62EC-CE620D31086D}"/>
          </ac:spMkLst>
        </pc:spChg>
      </pc:sldChg>
      <pc:sldChg chg="modSp add mod ord">
        <pc:chgData name="Dekker, Nick" userId="29fdc466-9051-4683-9c0e-fe0a65625c78" providerId="ADAL" clId="{B6B4D2A2-0627-4CE4-AD94-032ECF27F60F}" dt="2025-09-14T12:57:50.933" v="1087" actId="20577"/>
        <pc:sldMkLst>
          <pc:docMk/>
          <pc:sldMk cId="4066206801" sldId="328"/>
        </pc:sldMkLst>
        <pc:spChg chg="mod">
          <ac:chgData name="Dekker, Nick" userId="29fdc466-9051-4683-9c0e-fe0a65625c78" providerId="ADAL" clId="{B6B4D2A2-0627-4CE4-AD94-032ECF27F60F}" dt="2025-09-14T12:57:50.933" v="1087" actId="20577"/>
          <ac:spMkLst>
            <pc:docMk/>
            <pc:sldMk cId="4066206801" sldId="328"/>
            <ac:spMk id="5" creationId="{D2A19974-51DC-A0DA-2E51-985CBDC48BD8}"/>
          </ac:spMkLst>
        </pc:spChg>
      </pc:sldChg>
      <pc:sldChg chg="add">
        <pc:chgData name="Dekker, Nick" userId="29fdc466-9051-4683-9c0e-fe0a65625c78" providerId="ADAL" clId="{B6B4D2A2-0627-4CE4-AD94-032ECF27F60F}" dt="2025-09-14T13:07:24.331" v="1109"/>
        <pc:sldMkLst>
          <pc:docMk/>
          <pc:sldMk cId="1845418243" sldId="329"/>
        </pc:sldMkLst>
      </pc:sldChg>
      <pc:sldChg chg="modSp add mod">
        <pc:chgData name="Dekker, Nick" userId="29fdc466-9051-4683-9c0e-fe0a65625c78" providerId="ADAL" clId="{B6B4D2A2-0627-4CE4-AD94-032ECF27F60F}" dt="2025-09-14T13:42:40.812" v="1182" actId="6549"/>
        <pc:sldMkLst>
          <pc:docMk/>
          <pc:sldMk cId="144028934" sldId="330"/>
        </pc:sldMkLst>
        <pc:spChg chg="mod">
          <ac:chgData name="Dekker, Nick" userId="29fdc466-9051-4683-9c0e-fe0a65625c78" providerId="ADAL" clId="{B6B4D2A2-0627-4CE4-AD94-032ECF27F60F}" dt="2025-09-14T13:42:40.812" v="1182" actId="6549"/>
          <ac:spMkLst>
            <pc:docMk/>
            <pc:sldMk cId="144028934" sldId="330"/>
            <ac:spMk id="3" creationId="{02ADE4C5-2FB6-5B54-D1D8-EAE9ACC1EBC6}"/>
          </ac:spMkLst>
        </pc:spChg>
      </pc:sldChg>
      <pc:sldChg chg="add">
        <pc:chgData name="Dekker, Nick" userId="29fdc466-9051-4683-9c0e-fe0a65625c78" providerId="ADAL" clId="{B6B4D2A2-0627-4CE4-AD94-032ECF27F60F}" dt="2025-09-14T13:45:21.887" v="1241"/>
        <pc:sldMkLst>
          <pc:docMk/>
          <pc:sldMk cId="3551071538" sldId="33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7118-D2E4-89AB-00F0-149014FF21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8C29ED8-41FD-FF06-8802-6241EB736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60FB01ED-6583-D34A-53D8-462B47242744}"/>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83FF40AC-BA79-D25B-831C-0B5DE43274F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202F2BD-8641-9D58-9A15-5CD1712EDFBF}"/>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513765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293D-891B-7AFB-0EDE-3AF84EB6098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A24958E3-C22B-C676-6F85-496B4E6A2E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54BD90B-FB07-E4E2-5734-C7C74A4E0E07}"/>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C82BBF31-272F-AB1D-2E5F-D0686B09040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B397E53-28CC-B348-90EB-7084F6156ABE}"/>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574098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335D-E6DD-D304-7779-1CB93634E8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A0A1252F-1336-3880-0EA7-ECBC141478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CDE9F-F6D8-7519-FF77-24FC345D0C2C}"/>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71D87697-C95B-A77E-C1B0-07A10F416EE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0FFED1E-5EBA-6B65-5986-AC4FB824AFC2}"/>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788441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8287-03E1-B922-58C6-0828DA6763B6}"/>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91046E6-A60F-448E-30AE-82E8EDCF92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20B43BC5-33B5-3D34-D256-58392591DB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42A91AB-8A9C-07F2-0350-4E0B4568B2EE}"/>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6" name="Footer Placeholder 5">
            <a:extLst>
              <a:ext uri="{FF2B5EF4-FFF2-40B4-BE49-F238E27FC236}">
                <a16:creationId xmlns:a16="http://schemas.microsoft.com/office/drawing/2014/main" id="{F8640A5A-114A-37C2-4ECB-66B9FCABE7B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4535E56D-6AE9-80BC-419F-22FF299D2A9A}"/>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496725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32E38-511B-D21A-F2CC-2CD32F964D87}"/>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5E5E2FE-8F6A-8D68-18E1-934942FEA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A21961-76C8-C260-D590-2AE3C6995E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AE41DD80-369E-77F9-2CD4-4F49B454D6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913CCC-FD70-D89A-3DDE-53688C1675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D46A8523-0F38-A001-2ABF-302E0CFA8604}"/>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8" name="Footer Placeholder 7">
            <a:extLst>
              <a:ext uri="{FF2B5EF4-FFF2-40B4-BE49-F238E27FC236}">
                <a16:creationId xmlns:a16="http://schemas.microsoft.com/office/drawing/2014/main" id="{AD006886-1E26-E140-1324-68B83A003B10}"/>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7AF5FFBF-1C0E-0C7A-E918-A5320832AB58}"/>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979662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CB92-04C7-0AB4-5C60-2D03E17C734A}"/>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AFEE2C53-35A3-FCCE-F046-39E176C4B94C}"/>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4" name="Footer Placeholder 3">
            <a:extLst>
              <a:ext uri="{FF2B5EF4-FFF2-40B4-BE49-F238E27FC236}">
                <a16:creationId xmlns:a16="http://schemas.microsoft.com/office/drawing/2014/main" id="{A1D628C1-199C-4095-44D6-8609259BD3CE}"/>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354BC76-E5BC-98B5-41D4-0BB5B4CA0FE9}"/>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455975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DFCA3E-688A-3AC4-A146-5F8F2E947B58}"/>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3" name="Footer Placeholder 2">
            <a:extLst>
              <a:ext uri="{FF2B5EF4-FFF2-40B4-BE49-F238E27FC236}">
                <a16:creationId xmlns:a16="http://schemas.microsoft.com/office/drawing/2014/main" id="{9D21E24F-E9F5-10BB-8393-559D4FCB1BDD}"/>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56D62869-F91F-7F4D-E90B-BF76C02DE59B}"/>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2625843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D247-24CE-8DE8-67B8-2CD5B30E2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753CFA3C-0DDD-4181-6119-183887D9DF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B97B59B6-85DE-49A8-1F8B-53B9474C0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9FBE5-069C-96ED-F7E4-3E6B9BDF826B}"/>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6" name="Footer Placeholder 5">
            <a:extLst>
              <a:ext uri="{FF2B5EF4-FFF2-40B4-BE49-F238E27FC236}">
                <a16:creationId xmlns:a16="http://schemas.microsoft.com/office/drawing/2014/main" id="{1C18B905-8A69-F341-FD48-3C11311373C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8722239-CF69-B875-29DF-18D3A8A07FEF}"/>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386105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F30E2-7B48-9E6A-63B2-BD247FD03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FEB2A50F-2AFC-F2BD-762B-5763585C02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CA5B35D3-653E-BC65-5529-8FA323DC5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04D53-5917-0B76-7EEC-6AADA08DACF6}"/>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6" name="Footer Placeholder 5">
            <a:extLst>
              <a:ext uri="{FF2B5EF4-FFF2-40B4-BE49-F238E27FC236}">
                <a16:creationId xmlns:a16="http://schemas.microsoft.com/office/drawing/2014/main" id="{3C6E2AB2-5D6D-0456-656A-0B27BFD1B65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87FC4EA-3C8E-1A64-B4FB-251091B3B496}"/>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791795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5358-47C4-ED1F-9C14-F3AA9F4C8054}"/>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3546D3C-F0F2-3C15-EA3B-1979DF4CC8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D7DBA12-EC09-A954-878B-50B0D1604918}"/>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24936559-E688-EE95-488D-1EFEC60616F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A50C0B0-9C70-AD88-F71C-7671D2ABC8BC}"/>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055318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0771A-80AC-AB59-6041-B1F9035630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7A75CF5-DECC-C6D3-0FBA-2B5473ACA4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C16CBF0-E136-17A2-AAC8-0B60F4BF5361}"/>
              </a:ext>
            </a:extLst>
          </p:cNvPr>
          <p:cNvSpPr>
            <a:spLocks noGrp="1"/>
          </p:cNvSpPr>
          <p:nvPr>
            <p:ph type="dt" sz="half" idx="10"/>
          </p:nvPr>
        </p:nvSpPr>
        <p:spPr/>
        <p:txBody>
          <a:body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FE5CCCFF-916E-6E75-9C75-17862BA386E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1D7CAA6-A885-83E1-8D35-32CBA97C0E44}"/>
              </a:ext>
            </a:extLst>
          </p:cNvPr>
          <p:cNvSpPr>
            <a:spLocks noGrp="1"/>
          </p:cNvSpPr>
          <p:nvPr>
            <p:ph type="sldNum" sz="quarter" idx="12"/>
          </p:nvPr>
        </p:nvSpPr>
        <p:spPr/>
        <p:txBody>
          <a:bodyPr/>
          <a:lstStyle/>
          <a:p>
            <a:fld id="{D75DF39B-91D7-4A80-A9EF-F57CC8B70621}" type="slidenum">
              <a:rPr lang="en-NL" smtClean="0"/>
              <a:t>‹nr.›</a:t>
            </a:fld>
            <a:endParaRPr lang="en-NL"/>
          </a:p>
        </p:txBody>
      </p:sp>
    </p:spTree>
    <p:extLst>
      <p:ext uri="{BB962C8B-B14F-4D97-AF65-F5344CB8AC3E}">
        <p14:creationId xmlns:p14="http://schemas.microsoft.com/office/powerpoint/2010/main" val="1447133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angepaste indelin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ADB411F1-DA63-4D3A-938F-FAD6B3C73C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95142" y="3036162"/>
            <a:ext cx="4596858" cy="3830715"/>
          </a:xfrm>
          <a:prstGeom prst="rect">
            <a:avLst/>
          </a:prstGeom>
        </p:spPr>
      </p:pic>
      <p:pic>
        <p:nvPicPr>
          <p:cNvPr id="8" name="Afbeelding 7">
            <a:extLst>
              <a:ext uri="{FF2B5EF4-FFF2-40B4-BE49-F238E27FC236}">
                <a16:creationId xmlns:a16="http://schemas.microsoft.com/office/drawing/2014/main" id="{B52D90C4-0398-425D-97EC-05E72D96C3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5445" y="365125"/>
            <a:ext cx="2673921" cy="522875"/>
          </a:xfrm>
          <a:prstGeom prst="rect">
            <a:avLst/>
          </a:prstGeom>
        </p:spPr>
      </p:pic>
      <p:sp>
        <p:nvSpPr>
          <p:cNvPr id="13" name="Titel 12">
            <a:extLst>
              <a:ext uri="{FF2B5EF4-FFF2-40B4-BE49-F238E27FC236}">
                <a16:creationId xmlns:a16="http://schemas.microsoft.com/office/drawing/2014/main" id="{9DF5B17B-F81E-4817-9BAC-2CE7BC609F41}"/>
              </a:ext>
            </a:extLst>
          </p:cNvPr>
          <p:cNvSpPr>
            <a:spLocks noGrp="1"/>
          </p:cNvSpPr>
          <p:nvPr>
            <p:ph type="title" hasCustomPrompt="1"/>
          </p:nvPr>
        </p:nvSpPr>
        <p:spPr>
          <a:xfrm>
            <a:off x="883920" y="1737360"/>
            <a:ext cx="10424160" cy="887502"/>
          </a:xfrm>
        </p:spPr>
        <p:txBody>
          <a:bodyPr/>
          <a:lstStyle>
            <a:lvl1pPr algn="ctr">
              <a:defRPr/>
            </a:lvl1pPr>
          </a:lstStyle>
          <a:p>
            <a:r>
              <a:rPr lang="nl-NL" dirty="0"/>
              <a:t>Presentatie titel</a:t>
            </a:r>
            <a:endParaRPr lang="en-NL" dirty="0"/>
          </a:p>
        </p:txBody>
      </p:sp>
      <p:sp>
        <p:nvSpPr>
          <p:cNvPr id="20" name="Tijdelijke aanduiding voor tekst 19">
            <a:extLst>
              <a:ext uri="{FF2B5EF4-FFF2-40B4-BE49-F238E27FC236}">
                <a16:creationId xmlns:a16="http://schemas.microsoft.com/office/drawing/2014/main" id="{8234732C-4BEA-4E8C-89E9-14296CD16994}"/>
              </a:ext>
            </a:extLst>
          </p:cNvPr>
          <p:cNvSpPr>
            <a:spLocks noGrp="1"/>
          </p:cNvSpPr>
          <p:nvPr>
            <p:ph type="body" sz="quarter" idx="10" hasCustomPrompt="1"/>
          </p:nvPr>
        </p:nvSpPr>
        <p:spPr>
          <a:xfrm>
            <a:off x="883920" y="2624862"/>
            <a:ext cx="10424160" cy="558913"/>
          </a:xfrm>
        </p:spPr>
        <p:txBody>
          <a:bodyPr/>
          <a:lstStyle>
            <a:lvl1pPr marL="0" indent="0" algn="ctr">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Subtitel</a:t>
            </a:r>
            <a:endParaRPr lang="en-NL" dirty="0"/>
          </a:p>
        </p:txBody>
      </p:sp>
      <p:sp>
        <p:nvSpPr>
          <p:cNvPr id="22" name="Tijdelijke aanduiding voor tekst 21">
            <a:extLst>
              <a:ext uri="{FF2B5EF4-FFF2-40B4-BE49-F238E27FC236}">
                <a16:creationId xmlns:a16="http://schemas.microsoft.com/office/drawing/2014/main" id="{1E1AC582-85DA-48C0-9E93-ECA80F79B04D}"/>
              </a:ext>
            </a:extLst>
          </p:cNvPr>
          <p:cNvSpPr>
            <a:spLocks noGrp="1"/>
          </p:cNvSpPr>
          <p:nvPr>
            <p:ph type="body" sz="quarter" idx="11" hasCustomPrompt="1"/>
          </p:nvPr>
        </p:nvSpPr>
        <p:spPr>
          <a:xfrm>
            <a:off x="268779" y="5175143"/>
            <a:ext cx="5633258" cy="352821"/>
          </a:xfrm>
        </p:spPr>
        <p:txBody>
          <a:bodyP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Jouw naam</a:t>
            </a:r>
            <a:endParaRPr lang="en-NL" dirty="0"/>
          </a:p>
        </p:txBody>
      </p:sp>
      <p:sp>
        <p:nvSpPr>
          <p:cNvPr id="23" name="Tijdelijke aanduiding voor tekst 21">
            <a:extLst>
              <a:ext uri="{FF2B5EF4-FFF2-40B4-BE49-F238E27FC236}">
                <a16:creationId xmlns:a16="http://schemas.microsoft.com/office/drawing/2014/main" id="{B1A4B10D-59D3-4793-84BF-FE837ADDEB42}"/>
              </a:ext>
            </a:extLst>
          </p:cNvPr>
          <p:cNvSpPr>
            <a:spLocks noGrp="1"/>
          </p:cNvSpPr>
          <p:nvPr>
            <p:ph type="body" sz="quarter" idx="12" hasCustomPrompt="1"/>
          </p:nvPr>
        </p:nvSpPr>
        <p:spPr>
          <a:xfrm>
            <a:off x="268779" y="5530735"/>
            <a:ext cx="5633258" cy="352821"/>
          </a:xfrm>
        </p:spPr>
        <p:txBody>
          <a:bodyPr>
            <a:normAutofit/>
          </a:bodyPr>
          <a:lstStyle>
            <a:lvl1pPr marL="0" indent="0">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Jouw functie / rol</a:t>
            </a:r>
            <a:endParaRPr lang="en-NL" dirty="0"/>
          </a:p>
        </p:txBody>
      </p:sp>
      <p:sp>
        <p:nvSpPr>
          <p:cNvPr id="24" name="Tijdelijke aanduiding voor tekst 21">
            <a:extLst>
              <a:ext uri="{FF2B5EF4-FFF2-40B4-BE49-F238E27FC236}">
                <a16:creationId xmlns:a16="http://schemas.microsoft.com/office/drawing/2014/main" id="{5603F71E-640E-4130-91CB-359F0DA19E76}"/>
              </a:ext>
            </a:extLst>
          </p:cNvPr>
          <p:cNvSpPr>
            <a:spLocks noGrp="1"/>
          </p:cNvSpPr>
          <p:nvPr>
            <p:ph type="body" sz="quarter" idx="13" hasCustomPrompt="1"/>
          </p:nvPr>
        </p:nvSpPr>
        <p:spPr>
          <a:xfrm>
            <a:off x="268779" y="5883556"/>
            <a:ext cx="5633258" cy="352821"/>
          </a:xfrm>
        </p:spPr>
        <p:txBody>
          <a:bodyPr>
            <a:normAutofit/>
          </a:bodyPr>
          <a:lstStyle>
            <a:lvl1pPr marL="0" indent="0">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Event / </a:t>
            </a:r>
            <a:r>
              <a:rPr lang="nl-NL" dirty="0" err="1"/>
              <a:t>Meetup</a:t>
            </a:r>
            <a:r>
              <a:rPr lang="nl-NL" dirty="0"/>
              <a:t> naam</a:t>
            </a:r>
            <a:endParaRPr lang="en-NL" dirty="0"/>
          </a:p>
        </p:txBody>
      </p:sp>
      <p:sp>
        <p:nvSpPr>
          <p:cNvPr id="25" name="Tijdelijke aanduiding voor tekst 21">
            <a:extLst>
              <a:ext uri="{FF2B5EF4-FFF2-40B4-BE49-F238E27FC236}">
                <a16:creationId xmlns:a16="http://schemas.microsoft.com/office/drawing/2014/main" id="{A7998DB8-0C38-494A-A3D2-D7DC4508105A}"/>
              </a:ext>
            </a:extLst>
          </p:cNvPr>
          <p:cNvSpPr>
            <a:spLocks noGrp="1"/>
          </p:cNvSpPr>
          <p:nvPr>
            <p:ph type="body" sz="quarter" idx="14" hasCustomPrompt="1"/>
          </p:nvPr>
        </p:nvSpPr>
        <p:spPr>
          <a:xfrm>
            <a:off x="268779" y="6244677"/>
            <a:ext cx="5633258" cy="352821"/>
          </a:xfrm>
        </p:spPr>
        <p:txBody>
          <a:bodyPr>
            <a:normAutofit/>
          </a:bodyPr>
          <a:lstStyle>
            <a:lvl1pPr marL="0" indent="0">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Datum</a:t>
            </a:r>
            <a:endParaRPr lang="en-NL" dirty="0"/>
          </a:p>
        </p:txBody>
      </p:sp>
    </p:spTree>
    <p:extLst>
      <p:ext uri="{BB962C8B-B14F-4D97-AF65-F5344CB8AC3E}">
        <p14:creationId xmlns:p14="http://schemas.microsoft.com/office/powerpoint/2010/main" val="4049675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4587D-1B75-45E0-BB54-49F89A569DCD}"/>
              </a:ext>
            </a:extLst>
          </p:cNvPr>
          <p:cNvSpPr>
            <a:spLocks noGrp="1"/>
          </p:cNvSpPr>
          <p:nvPr>
            <p:ph type="title" hasCustomPrompt="1"/>
          </p:nvPr>
        </p:nvSpPr>
        <p:spPr>
          <a:xfrm>
            <a:off x="2725188" y="2053070"/>
            <a:ext cx="8628612" cy="673505"/>
          </a:xfrm>
        </p:spPr>
        <p:txBody>
          <a:bodyPr/>
          <a:lstStyle>
            <a:lvl1pPr>
              <a:defRPr/>
            </a:lvl1pPr>
          </a:lstStyle>
          <a:p>
            <a:r>
              <a:rPr lang="nl-NL" dirty="0"/>
              <a:t>Jouw naam</a:t>
            </a:r>
            <a:endParaRPr lang="en-NL" dirty="0"/>
          </a:p>
        </p:txBody>
      </p:sp>
      <p:pic>
        <p:nvPicPr>
          <p:cNvPr id="6" name="Afbeelding 5">
            <a:extLst>
              <a:ext uri="{FF2B5EF4-FFF2-40B4-BE49-F238E27FC236}">
                <a16:creationId xmlns:a16="http://schemas.microsoft.com/office/drawing/2014/main" id="{83F8154B-5079-445F-8CFF-5A856A4AB9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63040" y="274038"/>
            <a:ext cx="1181519" cy="598797"/>
          </a:xfrm>
          <a:prstGeom prst="rect">
            <a:avLst/>
          </a:prstGeom>
        </p:spPr>
      </p:pic>
      <p:sp>
        <p:nvSpPr>
          <p:cNvPr id="8" name="Tijdelijke aanduiding voor afbeelding 7">
            <a:extLst>
              <a:ext uri="{FF2B5EF4-FFF2-40B4-BE49-F238E27FC236}">
                <a16:creationId xmlns:a16="http://schemas.microsoft.com/office/drawing/2014/main" id="{39CA3A0C-6B83-40AA-A5A2-CA15F56E9951}"/>
              </a:ext>
            </a:extLst>
          </p:cNvPr>
          <p:cNvSpPr>
            <a:spLocks noGrp="1"/>
          </p:cNvSpPr>
          <p:nvPr>
            <p:ph type="pic" sz="quarter" idx="10" hasCustomPrompt="1"/>
          </p:nvPr>
        </p:nvSpPr>
        <p:spPr>
          <a:xfrm>
            <a:off x="838200" y="2053070"/>
            <a:ext cx="1728787" cy="2136775"/>
          </a:xfrm>
        </p:spPr>
        <p:txBody>
          <a:bodyPr/>
          <a:lstStyle>
            <a:lvl1pPr marL="0" indent="0" algn="ctr">
              <a:buFontTx/>
              <a:buNone/>
              <a:defRPr/>
            </a:lvl1pPr>
          </a:lstStyle>
          <a:p>
            <a:r>
              <a:rPr lang="en-US" dirty="0" err="1"/>
              <a:t>Profiel</a:t>
            </a:r>
            <a:r>
              <a:rPr lang="en-US" dirty="0"/>
              <a:t> </a:t>
            </a:r>
            <a:r>
              <a:rPr lang="en-US" dirty="0" err="1"/>
              <a:t>foto</a:t>
            </a:r>
            <a:endParaRPr lang="en-NL" dirty="0"/>
          </a:p>
        </p:txBody>
      </p:sp>
      <p:sp>
        <p:nvSpPr>
          <p:cNvPr id="10" name="Tijdelijke aanduiding voor tekst 9">
            <a:extLst>
              <a:ext uri="{FF2B5EF4-FFF2-40B4-BE49-F238E27FC236}">
                <a16:creationId xmlns:a16="http://schemas.microsoft.com/office/drawing/2014/main" id="{FD1336DF-38FD-4C84-8A93-441B87438B51}"/>
              </a:ext>
            </a:extLst>
          </p:cNvPr>
          <p:cNvSpPr>
            <a:spLocks noGrp="1"/>
          </p:cNvSpPr>
          <p:nvPr>
            <p:ph type="body" sz="quarter" idx="11" hasCustomPrompt="1"/>
          </p:nvPr>
        </p:nvSpPr>
        <p:spPr>
          <a:xfrm>
            <a:off x="2725187" y="2726575"/>
            <a:ext cx="8628611" cy="473999"/>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Jouw functie / rol</a:t>
            </a:r>
            <a:endParaRPr lang="en-NL" dirty="0"/>
          </a:p>
        </p:txBody>
      </p:sp>
      <p:sp>
        <p:nvSpPr>
          <p:cNvPr id="11" name="Tijdelijke aanduiding voor tekst 9">
            <a:extLst>
              <a:ext uri="{FF2B5EF4-FFF2-40B4-BE49-F238E27FC236}">
                <a16:creationId xmlns:a16="http://schemas.microsoft.com/office/drawing/2014/main" id="{300A04F1-5918-47FE-8317-63A4BAE744B5}"/>
              </a:ext>
            </a:extLst>
          </p:cNvPr>
          <p:cNvSpPr>
            <a:spLocks noGrp="1"/>
          </p:cNvSpPr>
          <p:nvPr>
            <p:ph type="body" sz="quarter" idx="12" hasCustomPrompt="1"/>
          </p:nvPr>
        </p:nvSpPr>
        <p:spPr>
          <a:xfrm>
            <a:off x="2725187" y="3200574"/>
            <a:ext cx="8628611" cy="989271"/>
          </a:xfrm>
        </p:spPr>
        <p:txBody>
          <a:bodyP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Wie ben je, wat doe je, wat zijn je </a:t>
            </a:r>
            <a:r>
              <a:rPr lang="nl-NL" dirty="0" err="1"/>
              <a:t>hobbies</a:t>
            </a:r>
            <a:r>
              <a:rPr lang="nl-NL" dirty="0"/>
              <a:t> en waarom is het zo kicken cool om bij 4DotNet te werken. Alles wat je kwijt wil om jezelf een beetje te introduceren.</a:t>
            </a:r>
            <a:endParaRPr lang="en-NL" dirty="0"/>
          </a:p>
        </p:txBody>
      </p:sp>
      <p:pic>
        <p:nvPicPr>
          <p:cNvPr id="14" name="Graphic 13">
            <a:extLst>
              <a:ext uri="{FF2B5EF4-FFF2-40B4-BE49-F238E27FC236}">
                <a16:creationId xmlns:a16="http://schemas.microsoft.com/office/drawing/2014/main" id="{2086722E-94C6-4DDA-A312-792087758B4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5122" y="6352377"/>
            <a:ext cx="252000" cy="252000"/>
          </a:xfrm>
          <a:prstGeom prst="rect">
            <a:avLst/>
          </a:prstGeom>
        </p:spPr>
      </p:pic>
      <p:pic>
        <p:nvPicPr>
          <p:cNvPr id="15" name="Graphic 14">
            <a:extLst>
              <a:ext uri="{FF2B5EF4-FFF2-40B4-BE49-F238E27FC236}">
                <a16:creationId xmlns:a16="http://schemas.microsoft.com/office/drawing/2014/main" id="{2C1FB664-3D70-4598-B065-6CB775ED8B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122" y="5929846"/>
            <a:ext cx="252000" cy="252000"/>
          </a:xfrm>
          <a:prstGeom prst="rect">
            <a:avLst/>
          </a:prstGeom>
        </p:spPr>
      </p:pic>
      <p:pic>
        <p:nvPicPr>
          <p:cNvPr id="16" name="Graphic 15">
            <a:extLst>
              <a:ext uri="{FF2B5EF4-FFF2-40B4-BE49-F238E27FC236}">
                <a16:creationId xmlns:a16="http://schemas.microsoft.com/office/drawing/2014/main" id="{1306C038-208D-49BA-9E27-815D35D967F4}"/>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5122" y="5545562"/>
            <a:ext cx="252000" cy="252000"/>
          </a:xfrm>
          <a:prstGeom prst="rect">
            <a:avLst/>
          </a:prstGeom>
        </p:spPr>
      </p:pic>
      <p:sp>
        <p:nvSpPr>
          <p:cNvPr id="19" name="Tijdelijke aanduiding voor tekst 18">
            <a:extLst>
              <a:ext uri="{FF2B5EF4-FFF2-40B4-BE49-F238E27FC236}">
                <a16:creationId xmlns:a16="http://schemas.microsoft.com/office/drawing/2014/main" id="{323B558C-619E-40D7-8D31-5A5678D693BD}"/>
              </a:ext>
            </a:extLst>
          </p:cNvPr>
          <p:cNvSpPr>
            <a:spLocks noGrp="1"/>
          </p:cNvSpPr>
          <p:nvPr>
            <p:ph type="body" sz="quarter" idx="13" hasCustomPrompt="1"/>
          </p:nvPr>
        </p:nvSpPr>
        <p:spPr>
          <a:xfrm>
            <a:off x="838200" y="5512806"/>
            <a:ext cx="6152804" cy="307975"/>
          </a:xfrm>
        </p:spPr>
        <p:txBody>
          <a:bodyPr>
            <a:no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Je LinkedIn handle</a:t>
            </a:r>
            <a:endParaRPr lang="en-NL" dirty="0"/>
          </a:p>
        </p:txBody>
      </p:sp>
      <p:sp>
        <p:nvSpPr>
          <p:cNvPr id="20" name="Tijdelijke aanduiding voor tekst 18">
            <a:extLst>
              <a:ext uri="{FF2B5EF4-FFF2-40B4-BE49-F238E27FC236}">
                <a16:creationId xmlns:a16="http://schemas.microsoft.com/office/drawing/2014/main" id="{C8624E08-04DF-4490-AFDA-B70E89720627}"/>
              </a:ext>
            </a:extLst>
          </p:cNvPr>
          <p:cNvSpPr>
            <a:spLocks noGrp="1"/>
          </p:cNvSpPr>
          <p:nvPr>
            <p:ph type="body" sz="quarter" idx="14" hasCustomPrompt="1"/>
          </p:nvPr>
        </p:nvSpPr>
        <p:spPr>
          <a:xfrm>
            <a:off x="838200" y="5901238"/>
            <a:ext cx="6152804" cy="307975"/>
          </a:xfrm>
        </p:spPr>
        <p:txBody>
          <a:bodyPr>
            <a:no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Je Twitter handle</a:t>
            </a:r>
            <a:endParaRPr lang="en-NL" dirty="0"/>
          </a:p>
        </p:txBody>
      </p:sp>
      <p:sp>
        <p:nvSpPr>
          <p:cNvPr id="21" name="Tijdelijke aanduiding voor tekst 18">
            <a:extLst>
              <a:ext uri="{FF2B5EF4-FFF2-40B4-BE49-F238E27FC236}">
                <a16:creationId xmlns:a16="http://schemas.microsoft.com/office/drawing/2014/main" id="{6AF0A09D-E9F0-4FD6-9E16-5CF7C75C5EC9}"/>
              </a:ext>
            </a:extLst>
          </p:cNvPr>
          <p:cNvSpPr>
            <a:spLocks noGrp="1"/>
          </p:cNvSpPr>
          <p:nvPr>
            <p:ph type="body" sz="quarter" idx="15" hasCustomPrompt="1"/>
          </p:nvPr>
        </p:nvSpPr>
        <p:spPr>
          <a:xfrm>
            <a:off x="838200" y="6324389"/>
            <a:ext cx="6152804" cy="307975"/>
          </a:xfrm>
        </p:spPr>
        <p:txBody>
          <a:bodyPr>
            <a:no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NL" dirty="0"/>
              <a:t>Je GitHub handle</a:t>
            </a:r>
            <a:endParaRPr lang="en-NL" dirty="0"/>
          </a:p>
        </p:txBody>
      </p:sp>
      <p:sp>
        <p:nvSpPr>
          <p:cNvPr id="23" name="Tijdelijke aanduiding voor afbeelding 22">
            <a:extLst>
              <a:ext uri="{FF2B5EF4-FFF2-40B4-BE49-F238E27FC236}">
                <a16:creationId xmlns:a16="http://schemas.microsoft.com/office/drawing/2014/main" id="{E3B779F3-925F-4CD4-9689-003C2F4CEFD1}"/>
              </a:ext>
            </a:extLst>
          </p:cNvPr>
          <p:cNvSpPr>
            <a:spLocks noGrp="1"/>
          </p:cNvSpPr>
          <p:nvPr>
            <p:ph type="pic" sz="quarter" idx="16" hasCustomPrompt="1"/>
          </p:nvPr>
        </p:nvSpPr>
        <p:spPr>
          <a:xfrm>
            <a:off x="8370339" y="4579937"/>
            <a:ext cx="3109913" cy="873125"/>
          </a:xfrm>
        </p:spPr>
        <p:txBody>
          <a:bodyPr/>
          <a:lstStyle>
            <a:lvl1pPr marL="0" indent="0" algn="ctr">
              <a:buFontTx/>
              <a:buNone/>
              <a:defRPr/>
            </a:lvl1pPr>
          </a:lstStyle>
          <a:p>
            <a:r>
              <a:rPr lang="en-US" dirty="0"/>
              <a:t>MVP Logo</a:t>
            </a:r>
            <a:endParaRPr lang="en-NL" dirty="0"/>
          </a:p>
        </p:txBody>
      </p:sp>
      <p:sp>
        <p:nvSpPr>
          <p:cNvPr id="24" name="Tijdelijke aanduiding voor afbeelding 22">
            <a:extLst>
              <a:ext uri="{FF2B5EF4-FFF2-40B4-BE49-F238E27FC236}">
                <a16:creationId xmlns:a16="http://schemas.microsoft.com/office/drawing/2014/main" id="{3B235441-92C9-41FF-8A2D-7D2F17CD2B72}"/>
              </a:ext>
            </a:extLst>
          </p:cNvPr>
          <p:cNvSpPr>
            <a:spLocks noGrp="1"/>
          </p:cNvSpPr>
          <p:nvPr>
            <p:ph type="pic" sz="quarter" idx="17" hasCustomPrompt="1"/>
          </p:nvPr>
        </p:nvSpPr>
        <p:spPr>
          <a:xfrm>
            <a:off x="8370339" y="5511992"/>
            <a:ext cx="3109913" cy="1120372"/>
          </a:xfrm>
        </p:spPr>
        <p:txBody>
          <a:bodyPr/>
          <a:lstStyle>
            <a:lvl1pPr marL="0" indent="0" algn="ctr">
              <a:buFontTx/>
              <a:buNone/>
              <a:defRPr/>
            </a:lvl1pPr>
          </a:lstStyle>
          <a:p>
            <a:r>
              <a:rPr lang="en-US" dirty="0"/>
              <a:t>Event Logo</a:t>
            </a:r>
            <a:endParaRPr lang="en-NL" dirty="0"/>
          </a:p>
        </p:txBody>
      </p:sp>
    </p:spTree>
    <p:extLst>
      <p:ext uri="{BB962C8B-B14F-4D97-AF65-F5344CB8AC3E}">
        <p14:creationId xmlns:p14="http://schemas.microsoft.com/office/powerpoint/2010/main" val="342141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028A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C8D7F4-9D6F-3CD1-951C-021C0AB32E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04C16CBC-B1DD-920F-EADE-5111D62101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26DDCEB-9CF4-1F5F-2194-6B8BE53A8B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DAE4B6-489B-4B4B-AE8A-A27769488260}" type="datetimeFigureOut">
              <a:rPr lang="en-NL" smtClean="0"/>
              <a:t>09/14/2025</a:t>
            </a:fld>
            <a:endParaRPr lang="en-NL"/>
          </a:p>
        </p:txBody>
      </p:sp>
      <p:sp>
        <p:nvSpPr>
          <p:cNvPr id="5" name="Footer Placeholder 4">
            <a:extLst>
              <a:ext uri="{FF2B5EF4-FFF2-40B4-BE49-F238E27FC236}">
                <a16:creationId xmlns:a16="http://schemas.microsoft.com/office/drawing/2014/main" id="{65D02B7F-6237-9C37-AE63-637F602245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990943F7-C212-236A-C71C-443D220DA1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5DF39B-91D7-4A80-A9EF-F57CC8B70621}" type="slidenum">
              <a:rPr lang="en-NL" smtClean="0"/>
              <a:t>‹nr.›</a:t>
            </a:fld>
            <a:endParaRPr lang="en-NL"/>
          </a:p>
        </p:txBody>
      </p:sp>
      <p:pic>
        <p:nvPicPr>
          <p:cNvPr id="7" name="Afbeelding 8">
            <a:extLst>
              <a:ext uri="{FF2B5EF4-FFF2-40B4-BE49-F238E27FC236}">
                <a16:creationId xmlns:a16="http://schemas.microsoft.com/office/drawing/2014/main" id="{F4BC4FE3-C154-875D-9F90-422AAA074C86}"/>
              </a:ext>
            </a:extLst>
          </p:cNvPr>
          <p:cNvPicPr>
            <a:picLocks noChangeAspect="1"/>
          </p:cNvPicPr>
          <p:nvPr userDrawn="1"/>
        </p:nvPicPr>
        <p:blipFill>
          <a:blip r:embed="rId15">
            <a:alphaModFix amt="50000"/>
            <a:extLst>
              <a:ext uri="{28A0092B-C50C-407E-A947-70E740481C1C}">
                <a14:useLocalDpi xmlns:a14="http://schemas.microsoft.com/office/drawing/2010/main" val="0"/>
              </a:ext>
            </a:extLst>
          </a:blip>
          <a:stretch>
            <a:fillRect/>
          </a:stretch>
        </p:blipFill>
        <p:spPr>
          <a:xfrm>
            <a:off x="7595142" y="3036162"/>
            <a:ext cx="4596858" cy="3830715"/>
          </a:xfrm>
          <a:prstGeom prst="rect">
            <a:avLst/>
          </a:prstGeom>
        </p:spPr>
      </p:pic>
    </p:spTree>
    <p:extLst>
      <p:ext uri="{BB962C8B-B14F-4D97-AF65-F5344CB8AC3E}">
        <p14:creationId xmlns:p14="http://schemas.microsoft.com/office/powerpoint/2010/main" val="408426304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e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7BE080-CFE5-44D1-8029-375DA5276651}"/>
              </a:ext>
            </a:extLst>
          </p:cNvPr>
          <p:cNvSpPr>
            <a:spLocks noGrp="1"/>
          </p:cNvSpPr>
          <p:nvPr>
            <p:ph type="title"/>
          </p:nvPr>
        </p:nvSpPr>
        <p:spPr/>
        <p:txBody>
          <a:bodyPr>
            <a:normAutofit/>
          </a:bodyPr>
          <a:lstStyle/>
          <a:p>
            <a:r>
              <a:rPr lang="en-US" sz="4800" dirty="0">
                <a:solidFill>
                  <a:schemeClr val="bg1"/>
                </a:solidFill>
              </a:rPr>
              <a:t>SOLID/GRASP</a:t>
            </a:r>
            <a:endParaRPr lang="en-NL" sz="4800" dirty="0">
              <a:solidFill>
                <a:schemeClr val="bg1"/>
              </a:solidFill>
            </a:endParaRPr>
          </a:p>
        </p:txBody>
      </p:sp>
      <p:sp>
        <p:nvSpPr>
          <p:cNvPr id="3" name="Tijdelijke aanduiding voor tekst 2">
            <a:extLst>
              <a:ext uri="{FF2B5EF4-FFF2-40B4-BE49-F238E27FC236}">
                <a16:creationId xmlns:a16="http://schemas.microsoft.com/office/drawing/2014/main" id="{3EEE6445-F02B-43D0-AD08-1A1AB916249F}"/>
              </a:ext>
            </a:extLst>
          </p:cNvPr>
          <p:cNvSpPr>
            <a:spLocks noGrp="1"/>
          </p:cNvSpPr>
          <p:nvPr>
            <p:ph type="body" sz="quarter" idx="10"/>
          </p:nvPr>
        </p:nvSpPr>
        <p:spPr/>
        <p:txBody>
          <a:bodyPr/>
          <a:lstStyle/>
          <a:p>
            <a:r>
              <a:rPr lang="en-US" dirty="0">
                <a:solidFill>
                  <a:schemeClr val="bg1"/>
                </a:solidFill>
              </a:rPr>
              <a:t>  </a:t>
            </a:r>
            <a:endParaRPr lang="en-NL" dirty="0">
              <a:solidFill>
                <a:schemeClr val="bg1"/>
              </a:solidFill>
            </a:endParaRPr>
          </a:p>
        </p:txBody>
      </p:sp>
      <p:sp>
        <p:nvSpPr>
          <p:cNvPr id="4" name="Tijdelijke aanduiding voor tekst 3">
            <a:extLst>
              <a:ext uri="{FF2B5EF4-FFF2-40B4-BE49-F238E27FC236}">
                <a16:creationId xmlns:a16="http://schemas.microsoft.com/office/drawing/2014/main" id="{B802A436-C021-4C02-8659-D78436DA7D65}"/>
              </a:ext>
            </a:extLst>
          </p:cNvPr>
          <p:cNvSpPr>
            <a:spLocks noGrp="1"/>
          </p:cNvSpPr>
          <p:nvPr>
            <p:ph type="body" sz="quarter" idx="11"/>
          </p:nvPr>
        </p:nvSpPr>
        <p:spPr/>
        <p:txBody>
          <a:bodyPr/>
          <a:lstStyle/>
          <a:p>
            <a:r>
              <a:rPr lang="en-US" dirty="0">
                <a:solidFill>
                  <a:schemeClr val="bg1"/>
                </a:solidFill>
              </a:rPr>
              <a:t>Nick Dekker	</a:t>
            </a:r>
            <a:endParaRPr lang="en-NL" dirty="0">
              <a:solidFill>
                <a:schemeClr val="bg1"/>
              </a:solidFill>
            </a:endParaRPr>
          </a:p>
        </p:txBody>
      </p:sp>
      <p:sp>
        <p:nvSpPr>
          <p:cNvPr id="5" name="Tijdelijke aanduiding voor tekst 4">
            <a:extLst>
              <a:ext uri="{FF2B5EF4-FFF2-40B4-BE49-F238E27FC236}">
                <a16:creationId xmlns:a16="http://schemas.microsoft.com/office/drawing/2014/main" id="{78AF5FF4-E386-4AD0-B836-158EFD776DAE}"/>
              </a:ext>
            </a:extLst>
          </p:cNvPr>
          <p:cNvSpPr>
            <a:spLocks noGrp="1"/>
          </p:cNvSpPr>
          <p:nvPr>
            <p:ph type="body" sz="quarter" idx="12"/>
          </p:nvPr>
        </p:nvSpPr>
        <p:spPr/>
        <p:txBody>
          <a:bodyPr/>
          <a:lstStyle/>
          <a:p>
            <a:r>
              <a:rPr lang="en-US" dirty="0" err="1">
                <a:solidFill>
                  <a:schemeClr val="bg1"/>
                </a:solidFill>
              </a:rPr>
              <a:t>Softwareontwikkelaar</a:t>
            </a:r>
            <a:endParaRPr lang="en-NL" dirty="0">
              <a:solidFill>
                <a:schemeClr val="bg1"/>
              </a:solidFill>
            </a:endParaRPr>
          </a:p>
        </p:txBody>
      </p:sp>
      <p:sp>
        <p:nvSpPr>
          <p:cNvPr id="6" name="Tijdelijke aanduiding voor tekst 5">
            <a:extLst>
              <a:ext uri="{FF2B5EF4-FFF2-40B4-BE49-F238E27FC236}">
                <a16:creationId xmlns:a16="http://schemas.microsoft.com/office/drawing/2014/main" id="{376AF8C3-FF99-4DC4-A848-235F9DCC1A2B}"/>
              </a:ext>
            </a:extLst>
          </p:cNvPr>
          <p:cNvSpPr>
            <a:spLocks noGrp="1"/>
          </p:cNvSpPr>
          <p:nvPr>
            <p:ph type="body" sz="quarter" idx="13"/>
          </p:nvPr>
        </p:nvSpPr>
        <p:spPr/>
        <p:txBody>
          <a:bodyPr/>
          <a:lstStyle/>
          <a:p>
            <a:r>
              <a:rPr lang="en-US" dirty="0"/>
              <a:t> </a:t>
            </a:r>
            <a:endParaRPr lang="en-NL" dirty="0"/>
          </a:p>
        </p:txBody>
      </p:sp>
      <p:sp>
        <p:nvSpPr>
          <p:cNvPr id="7" name="Tijdelijke aanduiding voor tekst 6">
            <a:extLst>
              <a:ext uri="{FF2B5EF4-FFF2-40B4-BE49-F238E27FC236}">
                <a16:creationId xmlns:a16="http://schemas.microsoft.com/office/drawing/2014/main" id="{421FE55E-A672-482F-A940-1277E98F51A9}"/>
              </a:ext>
            </a:extLst>
          </p:cNvPr>
          <p:cNvSpPr>
            <a:spLocks noGrp="1"/>
          </p:cNvSpPr>
          <p:nvPr>
            <p:ph type="body" sz="quarter" idx="14"/>
          </p:nvPr>
        </p:nvSpPr>
        <p:spPr/>
        <p:txBody>
          <a:bodyPr/>
          <a:lstStyle/>
          <a:p>
            <a:r>
              <a:rPr lang="en-US" dirty="0">
                <a:solidFill>
                  <a:schemeClr val="bg1"/>
                </a:solidFill>
              </a:rPr>
              <a:t>23 </a:t>
            </a:r>
            <a:r>
              <a:rPr lang="en-US" dirty="0" err="1">
                <a:solidFill>
                  <a:schemeClr val="bg1"/>
                </a:solidFill>
              </a:rPr>
              <a:t>september</a:t>
            </a:r>
            <a:r>
              <a:rPr lang="en-US" dirty="0">
                <a:solidFill>
                  <a:schemeClr val="bg1"/>
                </a:solidFill>
              </a:rPr>
              <a:t> 2025</a:t>
            </a:r>
            <a:endParaRPr lang="en-NL" dirty="0">
              <a:solidFill>
                <a:schemeClr val="bg1"/>
              </a:solidFill>
            </a:endParaRPr>
          </a:p>
        </p:txBody>
      </p:sp>
    </p:spTree>
    <p:extLst>
      <p:ext uri="{BB962C8B-B14F-4D97-AF65-F5344CB8AC3E}">
        <p14:creationId xmlns:p14="http://schemas.microsoft.com/office/powerpoint/2010/main" val="3933541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38C3-446D-4471-27F2-60EB32D2F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D0FDA-CC9C-A243-4C64-957A988CC4FB}"/>
              </a:ext>
            </a:extLst>
          </p:cNvPr>
          <p:cNvSpPr>
            <a:spLocks noGrp="1"/>
          </p:cNvSpPr>
          <p:nvPr>
            <p:ph type="title"/>
          </p:nvPr>
        </p:nvSpPr>
        <p:spPr/>
        <p:txBody>
          <a:bodyPr/>
          <a:lstStyle/>
          <a:p>
            <a:r>
              <a:rPr lang="en-US" dirty="0">
                <a:solidFill>
                  <a:schemeClr val="bg1"/>
                </a:solidFill>
              </a:rPr>
              <a:t>Agenda</a:t>
            </a:r>
            <a:endParaRPr lang="en-NL" dirty="0">
              <a:solidFill>
                <a:schemeClr val="bg1"/>
              </a:solidFill>
            </a:endParaRPr>
          </a:p>
        </p:txBody>
      </p:sp>
      <p:sp>
        <p:nvSpPr>
          <p:cNvPr id="3" name="Content Placeholder 2">
            <a:extLst>
              <a:ext uri="{FF2B5EF4-FFF2-40B4-BE49-F238E27FC236}">
                <a16:creationId xmlns:a16="http://schemas.microsoft.com/office/drawing/2014/main" id="{CDE15CCE-DE22-26B1-F13E-7C603730E487}"/>
              </a:ext>
            </a:extLst>
          </p:cNvPr>
          <p:cNvSpPr>
            <a:spLocks noGrp="1"/>
          </p:cNvSpPr>
          <p:nvPr>
            <p:ph idx="1"/>
          </p:nvPr>
        </p:nvSpPr>
        <p:spPr/>
        <p:txBody>
          <a:bodyPr>
            <a:normAutofit fontScale="70000" lnSpcReduction="20000"/>
          </a:bodyPr>
          <a:lstStyle/>
          <a:p>
            <a:pPr marL="514350" indent="-514350">
              <a:buAutoNum type="arabicPeriod"/>
            </a:pPr>
            <a:r>
              <a:rPr lang="en-US" dirty="0" err="1">
                <a:solidFill>
                  <a:schemeClr val="bg1"/>
                </a:solidFill>
              </a:rPr>
              <a:t>Voorstelrondje</a:t>
            </a:r>
            <a:r>
              <a:rPr lang="en-US" dirty="0">
                <a:solidFill>
                  <a:schemeClr val="bg1"/>
                </a:solidFill>
              </a:rPr>
              <a:t> + wat hoop je </a:t>
            </a:r>
            <a:r>
              <a:rPr lang="en-US" dirty="0" err="1">
                <a:solidFill>
                  <a:schemeClr val="bg1"/>
                </a:solidFill>
              </a:rPr>
              <a:t>vandaag</a:t>
            </a:r>
            <a:r>
              <a:rPr lang="en-US" dirty="0">
                <a:solidFill>
                  <a:schemeClr val="bg1"/>
                </a:solidFill>
              </a:rPr>
              <a:t> </a:t>
            </a:r>
            <a:r>
              <a:rPr lang="en-US" dirty="0" err="1">
                <a:solidFill>
                  <a:schemeClr val="bg1"/>
                </a:solidFill>
              </a:rPr>
              <a:t>te</a:t>
            </a:r>
            <a:r>
              <a:rPr lang="en-US" dirty="0">
                <a:solidFill>
                  <a:schemeClr val="bg1"/>
                </a:solidFill>
              </a:rPr>
              <a:t> </a:t>
            </a:r>
            <a:r>
              <a:rPr lang="en-US" dirty="0" err="1">
                <a:solidFill>
                  <a:schemeClr val="bg1"/>
                </a:solidFill>
              </a:rPr>
              <a:t>leren</a:t>
            </a:r>
            <a:r>
              <a:rPr lang="en-US" dirty="0">
                <a:solidFill>
                  <a:schemeClr val="bg1"/>
                </a:solidFill>
              </a:rPr>
              <a:t> (~15 min.)</a:t>
            </a:r>
          </a:p>
          <a:p>
            <a:pPr marL="514350" indent="-514350">
              <a:buAutoNum type="arabicPeriod"/>
            </a:pPr>
            <a:r>
              <a:rPr lang="en-US" dirty="0" err="1">
                <a:solidFill>
                  <a:schemeClr val="bg1"/>
                </a:solidFill>
              </a:rPr>
              <a:t>Introductie</a:t>
            </a:r>
            <a:r>
              <a:rPr lang="en-US" dirty="0">
                <a:solidFill>
                  <a:schemeClr val="bg1"/>
                </a:solidFill>
              </a:rPr>
              <a:t> SOLID/Grasp (~10 min.)</a:t>
            </a:r>
            <a:br>
              <a:rPr lang="en-US" dirty="0">
                <a:solidFill>
                  <a:schemeClr val="bg1"/>
                </a:solidFill>
              </a:rPr>
            </a:br>
            <a:endParaRPr lang="en-US" dirty="0">
              <a:solidFill>
                <a:schemeClr val="bg1"/>
              </a:solidFill>
            </a:endParaRPr>
          </a:p>
          <a:p>
            <a:pPr marL="514350" indent="-514350">
              <a:buAutoNum type="arabicPeriod"/>
            </a:pPr>
            <a:r>
              <a:rPr lang="en-US" dirty="0" err="1">
                <a:solidFill>
                  <a:schemeClr val="bg1"/>
                </a:solidFill>
              </a:rPr>
              <a:t>Behandeling</a:t>
            </a:r>
            <a:r>
              <a:rPr lang="en-US" dirty="0">
                <a:solidFill>
                  <a:schemeClr val="bg1"/>
                </a:solidFill>
              </a:rPr>
              <a:t> van de principes:</a:t>
            </a:r>
          </a:p>
          <a:p>
            <a:pPr marL="514350" indent="-514350">
              <a:buAutoNum type="arabicPeriod"/>
            </a:pPr>
            <a:endParaRPr lang="en-US" dirty="0">
              <a:solidFill>
                <a:schemeClr val="bg1"/>
              </a:solidFill>
            </a:endParaRPr>
          </a:p>
          <a:p>
            <a:pPr marL="0" indent="0">
              <a:buNone/>
            </a:pPr>
            <a:r>
              <a:rPr lang="en-US" dirty="0">
                <a:solidFill>
                  <a:schemeClr val="bg1"/>
                </a:solidFill>
              </a:rPr>
              <a:t>	Principe 1: Single responsibility principle + hands-on </a:t>
            </a:r>
            <a:r>
              <a:rPr lang="en-US" dirty="0" err="1">
                <a:solidFill>
                  <a:schemeClr val="bg1"/>
                </a:solidFill>
              </a:rPr>
              <a:t>oefenen</a:t>
            </a:r>
            <a:r>
              <a:rPr lang="en-US" dirty="0">
                <a:solidFill>
                  <a:schemeClr val="bg1"/>
                </a:solidFill>
              </a:rPr>
              <a:t> (1 </a:t>
            </a:r>
            <a:r>
              <a:rPr lang="en-US" dirty="0" err="1">
                <a:solidFill>
                  <a:schemeClr val="bg1"/>
                </a:solidFill>
              </a:rPr>
              <a:t>uur</a:t>
            </a:r>
            <a:r>
              <a:rPr lang="en-US" dirty="0">
                <a:solidFill>
                  <a:schemeClr val="bg1"/>
                </a:solidFill>
              </a:rPr>
              <a:t>)</a:t>
            </a:r>
          </a:p>
          <a:p>
            <a:pPr marL="0" indent="0">
              <a:buNone/>
            </a:pPr>
            <a:r>
              <a:rPr lang="en-US" dirty="0">
                <a:solidFill>
                  <a:schemeClr val="bg1"/>
                </a:solidFill>
              </a:rPr>
              <a:t>	Principe 2: Interface segregation principle + hands-on </a:t>
            </a:r>
            <a:r>
              <a:rPr lang="en-US" dirty="0" err="1">
                <a:solidFill>
                  <a:schemeClr val="bg1"/>
                </a:solidFill>
              </a:rPr>
              <a:t>oefenen</a:t>
            </a:r>
            <a:r>
              <a:rPr lang="en-US" dirty="0">
                <a:solidFill>
                  <a:schemeClr val="bg1"/>
                </a:solidFill>
              </a:rPr>
              <a:t> (~1-1,5 </a:t>
            </a:r>
            <a:r>
              <a:rPr lang="en-US" dirty="0" err="1">
                <a:solidFill>
                  <a:schemeClr val="bg1"/>
                </a:solidFill>
              </a:rPr>
              <a:t>uur</a:t>
            </a:r>
            <a:r>
              <a:rPr lang="en-US" dirty="0">
                <a:solidFill>
                  <a:schemeClr val="bg1"/>
                </a:solidFill>
              </a:rPr>
              <a:t>)</a:t>
            </a:r>
          </a:p>
          <a:p>
            <a:pPr marL="0" indent="0">
              <a:buNone/>
            </a:pPr>
            <a:r>
              <a:rPr lang="en-US" dirty="0">
                <a:solidFill>
                  <a:schemeClr val="bg1"/>
                </a:solidFill>
              </a:rPr>
              <a:t>	Principe 3: </a:t>
            </a:r>
            <a:r>
              <a:rPr lang="en-US" dirty="0" err="1">
                <a:solidFill>
                  <a:schemeClr val="bg1"/>
                </a:solidFill>
              </a:rPr>
              <a:t>Liskov</a:t>
            </a:r>
            <a:r>
              <a:rPr lang="en-US" dirty="0">
                <a:solidFill>
                  <a:schemeClr val="bg1"/>
                </a:solidFill>
              </a:rPr>
              <a:t> substitution principle + hands-on </a:t>
            </a:r>
            <a:r>
              <a:rPr lang="en-US" dirty="0" err="1">
                <a:solidFill>
                  <a:schemeClr val="bg1"/>
                </a:solidFill>
              </a:rPr>
              <a:t>oefenen</a:t>
            </a:r>
            <a:r>
              <a:rPr lang="en-US" dirty="0">
                <a:solidFill>
                  <a:schemeClr val="bg1"/>
                </a:solidFill>
              </a:rPr>
              <a:t> (~ 1-1,5 </a:t>
            </a:r>
            <a:r>
              <a:rPr lang="en-US" dirty="0" err="1">
                <a:solidFill>
                  <a:schemeClr val="bg1"/>
                </a:solidFill>
              </a:rPr>
              <a:t>uur</a:t>
            </a:r>
            <a:r>
              <a:rPr lang="en-US" dirty="0">
                <a:solidFill>
                  <a:schemeClr val="bg1"/>
                </a:solidFill>
              </a:rPr>
              <a:t>)</a:t>
            </a:r>
          </a:p>
          <a:p>
            <a:pPr marL="0" indent="0">
              <a:buNone/>
            </a:pPr>
            <a:r>
              <a:rPr lang="en-US" dirty="0">
                <a:solidFill>
                  <a:schemeClr val="bg1"/>
                </a:solidFill>
              </a:rPr>
              <a:t>	Principe 4: Open-closed  principle + hands-on </a:t>
            </a:r>
            <a:r>
              <a:rPr lang="en-US" dirty="0" err="1">
                <a:solidFill>
                  <a:schemeClr val="bg1"/>
                </a:solidFill>
              </a:rPr>
              <a:t>oefenen</a:t>
            </a:r>
            <a:r>
              <a:rPr lang="en-US" dirty="0">
                <a:solidFill>
                  <a:schemeClr val="bg1"/>
                </a:solidFill>
              </a:rPr>
              <a:t> (~ 1-1,5 </a:t>
            </a:r>
            <a:r>
              <a:rPr lang="en-US" dirty="0" err="1">
                <a:solidFill>
                  <a:schemeClr val="bg1"/>
                </a:solidFill>
              </a:rPr>
              <a:t>uur</a:t>
            </a:r>
            <a:r>
              <a:rPr lang="en-US" dirty="0">
                <a:solidFill>
                  <a:schemeClr val="bg1"/>
                </a:solidFill>
              </a:rPr>
              <a:t>)</a:t>
            </a:r>
          </a:p>
          <a:p>
            <a:pPr marL="0" indent="0">
              <a:buNone/>
            </a:pPr>
            <a:r>
              <a:rPr lang="en-US" dirty="0">
                <a:solidFill>
                  <a:schemeClr val="bg1"/>
                </a:solidFill>
              </a:rPr>
              <a:t>	Principe 5: Dependency inversion + hands-on </a:t>
            </a:r>
            <a:r>
              <a:rPr lang="en-US" dirty="0" err="1">
                <a:solidFill>
                  <a:schemeClr val="bg1"/>
                </a:solidFill>
              </a:rPr>
              <a:t>oefenen</a:t>
            </a:r>
            <a:r>
              <a:rPr lang="en-US" dirty="0">
                <a:solidFill>
                  <a:schemeClr val="bg1"/>
                </a:solidFill>
              </a:rPr>
              <a:t> (~ 1-1,5 </a:t>
            </a:r>
            <a:r>
              <a:rPr lang="en-US" dirty="0" err="1">
                <a:solidFill>
                  <a:schemeClr val="bg1"/>
                </a:solidFill>
              </a:rPr>
              <a:t>uur</a:t>
            </a:r>
            <a:r>
              <a:rPr lang="en-US" dirty="0">
                <a:solidFill>
                  <a:schemeClr val="bg1"/>
                </a:solidFill>
              </a:rPr>
              <a:t>)</a:t>
            </a:r>
          </a:p>
          <a:p>
            <a:pPr>
              <a:buFontTx/>
              <a:buChar char="-"/>
            </a:pPr>
            <a:endParaRPr lang="en-US" dirty="0">
              <a:solidFill>
                <a:schemeClr val="bg1"/>
              </a:solidFill>
            </a:endParaRPr>
          </a:p>
          <a:p>
            <a:pPr marL="0" indent="0">
              <a:buNone/>
            </a:pPr>
            <a:r>
              <a:rPr lang="nl-NL" dirty="0">
                <a:solidFill>
                  <a:schemeClr val="bg1"/>
                </a:solidFill>
              </a:rPr>
              <a:t>5. Wanneer principes </a:t>
            </a:r>
            <a:r>
              <a:rPr lang="nl-NL" b="1" dirty="0">
                <a:solidFill>
                  <a:schemeClr val="bg1"/>
                </a:solidFill>
              </a:rPr>
              <a:t>niet </a:t>
            </a:r>
            <a:r>
              <a:rPr lang="nl-NL" dirty="0">
                <a:solidFill>
                  <a:schemeClr val="bg1"/>
                </a:solidFill>
              </a:rPr>
              <a:t>gebruiken? (~30 min.) </a:t>
            </a:r>
          </a:p>
          <a:p>
            <a:pPr marL="0" indent="0">
              <a:buNone/>
            </a:pPr>
            <a:r>
              <a:rPr lang="nl-NL" dirty="0">
                <a:solidFill>
                  <a:schemeClr val="bg1"/>
                </a:solidFill>
              </a:rPr>
              <a:t>6. Afsluiting</a:t>
            </a:r>
            <a:endParaRPr lang="en-NL" dirty="0">
              <a:solidFill>
                <a:schemeClr val="bg1"/>
              </a:solidFill>
            </a:endParaRPr>
          </a:p>
        </p:txBody>
      </p:sp>
    </p:spTree>
    <p:extLst>
      <p:ext uri="{BB962C8B-B14F-4D97-AF65-F5344CB8AC3E}">
        <p14:creationId xmlns:p14="http://schemas.microsoft.com/office/powerpoint/2010/main" val="864176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4848E3-DE32-A56B-E86C-DB503F9AC921}"/>
              </a:ext>
            </a:extLst>
          </p:cNvPr>
          <p:cNvSpPr>
            <a:spLocks noGrp="1"/>
          </p:cNvSpPr>
          <p:nvPr>
            <p:ph type="title"/>
          </p:nvPr>
        </p:nvSpPr>
        <p:spPr/>
        <p:txBody>
          <a:bodyPr/>
          <a:lstStyle/>
          <a:p>
            <a:r>
              <a:rPr lang="nl-NL" dirty="0"/>
              <a:t> </a:t>
            </a:r>
          </a:p>
        </p:txBody>
      </p:sp>
      <p:pic>
        <p:nvPicPr>
          <p:cNvPr id="3076" name="Picture 4" descr="Koninklijke KPN - Wikipedia">
            <a:extLst>
              <a:ext uri="{FF2B5EF4-FFF2-40B4-BE49-F238E27FC236}">
                <a16:creationId xmlns:a16="http://schemas.microsoft.com/office/drawing/2014/main" id="{1FFE1CB9-25C0-B877-8A50-A519FDA0D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274" y="814000"/>
            <a:ext cx="2287040" cy="103706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ress release AkzoNobel – EZ-base">
            <a:extLst>
              <a:ext uri="{FF2B5EF4-FFF2-40B4-BE49-F238E27FC236}">
                <a16:creationId xmlns:a16="http://schemas.microsoft.com/office/drawing/2014/main" id="{7FC69592-4ADE-45F4-01C3-1036EE173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1604" y="1760594"/>
            <a:ext cx="1634658" cy="125357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DW informatie: Klachten websites voor ...">
            <a:extLst>
              <a:ext uri="{FF2B5EF4-FFF2-40B4-BE49-F238E27FC236}">
                <a16:creationId xmlns:a16="http://schemas.microsoft.com/office/drawing/2014/main" id="{F1235A2E-BAA6-138B-BF18-F9146509D9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5681" y="274364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Zorgverzekeraar Menzis: voor uw zorgverzekering">
            <a:extLst>
              <a:ext uri="{FF2B5EF4-FFF2-40B4-BE49-F238E27FC236}">
                <a16:creationId xmlns:a16="http://schemas.microsoft.com/office/drawing/2014/main" id="{605FE57A-4E21-43E3-1F1A-5C49F95D26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8870" y="2647950"/>
            <a:ext cx="291465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4">
            <a:extLst>
              <a:ext uri="{FF2B5EF4-FFF2-40B4-BE49-F238E27FC236}">
                <a16:creationId xmlns:a16="http://schemas.microsoft.com/office/drawing/2014/main" id="{B6EDECA0-8884-5725-7013-3A29CCDC0B50}"/>
              </a:ext>
            </a:extLst>
          </p:cNvPr>
          <p:cNvPicPr>
            <a:picLocks noChangeAspect="1"/>
          </p:cNvPicPr>
          <p:nvPr/>
        </p:nvPicPr>
        <p:blipFill>
          <a:blip r:embed="rId6"/>
          <a:stretch>
            <a:fillRect/>
          </a:stretch>
        </p:blipFill>
        <p:spPr>
          <a:xfrm>
            <a:off x="5369717" y="4641663"/>
            <a:ext cx="2333951" cy="562053"/>
          </a:xfrm>
          <a:prstGeom prst="rect">
            <a:avLst/>
          </a:prstGeom>
        </p:spPr>
      </p:pic>
      <p:pic>
        <p:nvPicPr>
          <p:cNvPr id="9" name="Afbeelding 8">
            <a:extLst>
              <a:ext uri="{FF2B5EF4-FFF2-40B4-BE49-F238E27FC236}">
                <a16:creationId xmlns:a16="http://schemas.microsoft.com/office/drawing/2014/main" id="{8E47A2D2-A99A-EE1C-C5A6-68988503538A}"/>
              </a:ext>
            </a:extLst>
          </p:cNvPr>
          <p:cNvPicPr>
            <a:picLocks noChangeAspect="1"/>
          </p:cNvPicPr>
          <p:nvPr/>
        </p:nvPicPr>
        <p:blipFill>
          <a:blip r:embed="rId7"/>
          <a:stretch>
            <a:fillRect/>
          </a:stretch>
        </p:blipFill>
        <p:spPr>
          <a:xfrm>
            <a:off x="3350888" y="4778695"/>
            <a:ext cx="1566074" cy="1431839"/>
          </a:xfrm>
          <a:prstGeom prst="rect">
            <a:avLst/>
          </a:prstGeom>
        </p:spPr>
      </p:pic>
      <p:pic>
        <p:nvPicPr>
          <p:cNvPr id="3092" name="Picture 20" descr="Cadac Group | Stakeholders | Revit Standards">
            <a:extLst>
              <a:ext uri="{FF2B5EF4-FFF2-40B4-BE49-F238E27FC236}">
                <a16:creationId xmlns:a16="http://schemas.microsoft.com/office/drawing/2014/main" id="{C75B046B-F14D-807A-F6D3-DB7010FDDF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9876" y="261641"/>
            <a:ext cx="2591948" cy="1295974"/>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Kruitbosch | Dealerportal">
            <a:extLst>
              <a:ext uri="{FF2B5EF4-FFF2-40B4-BE49-F238E27FC236}">
                <a16:creationId xmlns:a16="http://schemas.microsoft.com/office/drawing/2014/main" id="{CB33F5F5-C893-6E31-E6D2-4BA67C9674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85228" y="204748"/>
            <a:ext cx="2984694" cy="12535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17B5049-99EA-810B-E2A5-CAAD78D7AD08}"/>
              </a:ext>
            </a:extLst>
          </p:cNvPr>
          <p:cNvPicPr>
            <a:picLocks noChangeAspect="1"/>
          </p:cNvPicPr>
          <p:nvPr/>
        </p:nvPicPr>
        <p:blipFill>
          <a:blip r:embed="rId10"/>
          <a:stretch>
            <a:fillRect/>
          </a:stretch>
        </p:blipFill>
        <p:spPr>
          <a:xfrm>
            <a:off x="9092760" y="3395629"/>
            <a:ext cx="2437687" cy="963424"/>
          </a:xfrm>
          <a:prstGeom prst="rect">
            <a:avLst/>
          </a:prstGeom>
        </p:spPr>
      </p:pic>
      <p:pic>
        <p:nvPicPr>
          <p:cNvPr id="6" name="Picture 5">
            <a:extLst>
              <a:ext uri="{FF2B5EF4-FFF2-40B4-BE49-F238E27FC236}">
                <a16:creationId xmlns:a16="http://schemas.microsoft.com/office/drawing/2014/main" id="{6CC10959-E1E5-4001-3F85-D2BC037331C4}"/>
              </a:ext>
            </a:extLst>
          </p:cNvPr>
          <p:cNvPicPr>
            <a:picLocks noChangeAspect="1"/>
          </p:cNvPicPr>
          <p:nvPr/>
        </p:nvPicPr>
        <p:blipFill>
          <a:blip r:embed="rId11"/>
          <a:stretch>
            <a:fillRect/>
          </a:stretch>
        </p:blipFill>
        <p:spPr>
          <a:xfrm>
            <a:off x="966210" y="5305073"/>
            <a:ext cx="2249640" cy="972302"/>
          </a:xfrm>
          <a:prstGeom prst="rect">
            <a:avLst/>
          </a:prstGeom>
        </p:spPr>
      </p:pic>
      <p:pic>
        <p:nvPicPr>
          <p:cNvPr id="8" name="Picture 7">
            <a:extLst>
              <a:ext uri="{FF2B5EF4-FFF2-40B4-BE49-F238E27FC236}">
                <a16:creationId xmlns:a16="http://schemas.microsoft.com/office/drawing/2014/main" id="{0AB9438D-B487-B6D4-9A65-B3FA36CAD64B}"/>
              </a:ext>
            </a:extLst>
          </p:cNvPr>
          <p:cNvPicPr>
            <a:picLocks noChangeAspect="1"/>
          </p:cNvPicPr>
          <p:nvPr/>
        </p:nvPicPr>
        <p:blipFill>
          <a:blip r:embed="rId12"/>
          <a:stretch>
            <a:fillRect/>
          </a:stretch>
        </p:blipFill>
        <p:spPr>
          <a:xfrm>
            <a:off x="9544254" y="5703941"/>
            <a:ext cx="2548293" cy="871659"/>
          </a:xfrm>
          <a:prstGeom prst="rect">
            <a:avLst/>
          </a:prstGeom>
        </p:spPr>
      </p:pic>
      <p:pic>
        <p:nvPicPr>
          <p:cNvPr id="12" name="Content Placeholder 11">
            <a:extLst>
              <a:ext uri="{FF2B5EF4-FFF2-40B4-BE49-F238E27FC236}">
                <a16:creationId xmlns:a16="http://schemas.microsoft.com/office/drawing/2014/main" id="{0AAD8D4D-D8D8-955F-1D4F-B1439417CD1C}"/>
              </a:ext>
            </a:extLst>
          </p:cNvPr>
          <p:cNvPicPr>
            <a:picLocks noGrp="1" noChangeAspect="1"/>
          </p:cNvPicPr>
          <p:nvPr>
            <p:ph idx="1"/>
          </p:nvPr>
        </p:nvPicPr>
        <p:blipFill>
          <a:blip r:embed="rId13"/>
          <a:stretch>
            <a:fillRect/>
          </a:stretch>
        </p:blipFill>
        <p:spPr>
          <a:xfrm>
            <a:off x="1126276" y="1369340"/>
            <a:ext cx="4066789" cy="1061500"/>
          </a:xfrm>
          <a:prstGeom prst="rect">
            <a:avLst/>
          </a:prstGeom>
        </p:spPr>
      </p:pic>
      <p:pic>
        <p:nvPicPr>
          <p:cNvPr id="14" name="Picture 13">
            <a:extLst>
              <a:ext uri="{FF2B5EF4-FFF2-40B4-BE49-F238E27FC236}">
                <a16:creationId xmlns:a16="http://schemas.microsoft.com/office/drawing/2014/main" id="{7AB56DA0-418D-8983-5740-7F9BD930775E}"/>
              </a:ext>
            </a:extLst>
          </p:cNvPr>
          <p:cNvPicPr>
            <a:picLocks noChangeAspect="1"/>
          </p:cNvPicPr>
          <p:nvPr/>
        </p:nvPicPr>
        <p:blipFill>
          <a:blip r:embed="rId14"/>
          <a:stretch>
            <a:fillRect/>
          </a:stretch>
        </p:blipFill>
        <p:spPr>
          <a:xfrm>
            <a:off x="5542181" y="5486325"/>
            <a:ext cx="3550579" cy="1306890"/>
          </a:xfrm>
          <a:prstGeom prst="rect">
            <a:avLst/>
          </a:prstGeom>
        </p:spPr>
      </p:pic>
    </p:spTree>
    <p:extLst>
      <p:ext uri="{BB962C8B-B14F-4D97-AF65-F5344CB8AC3E}">
        <p14:creationId xmlns:p14="http://schemas.microsoft.com/office/powerpoint/2010/main" val="2778897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C6B-8104-6CD4-12BE-A5EF5839FF3E}"/>
              </a:ext>
            </a:extLst>
          </p:cNvPr>
          <p:cNvSpPr>
            <a:spLocks noGrp="1"/>
          </p:cNvSpPr>
          <p:nvPr>
            <p:ph type="title"/>
          </p:nvPr>
        </p:nvSpPr>
        <p:spPr/>
        <p:txBody>
          <a:bodyPr/>
          <a:lstStyle/>
          <a:p>
            <a:r>
              <a:rPr lang="en-US" dirty="0">
                <a:solidFill>
                  <a:schemeClr val="bg1"/>
                </a:solidFill>
              </a:rPr>
              <a:t>SOLID &amp; GRASP </a:t>
            </a:r>
            <a:endParaRPr lang="en-NL" dirty="0">
              <a:solidFill>
                <a:schemeClr val="bg1"/>
              </a:solidFill>
            </a:endParaRPr>
          </a:p>
        </p:txBody>
      </p:sp>
      <p:sp>
        <p:nvSpPr>
          <p:cNvPr id="3" name="Content Placeholder 2">
            <a:extLst>
              <a:ext uri="{FF2B5EF4-FFF2-40B4-BE49-F238E27FC236}">
                <a16:creationId xmlns:a16="http://schemas.microsoft.com/office/drawing/2014/main" id="{BABECB7C-D433-217A-E6AC-3DE875929A78}"/>
              </a:ext>
            </a:extLst>
          </p:cNvPr>
          <p:cNvSpPr>
            <a:spLocks noGrp="1"/>
          </p:cNvSpPr>
          <p:nvPr>
            <p:ph idx="1"/>
          </p:nvPr>
        </p:nvSpPr>
        <p:spPr/>
        <p:txBody>
          <a:bodyPr>
            <a:normAutofit fontScale="92500" lnSpcReduction="20000"/>
          </a:bodyPr>
          <a:lstStyle/>
          <a:p>
            <a:pPr marL="0" indent="0">
              <a:buNone/>
            </a:pPr>
            <a:r>
              <a:rPr lang="en-US" dirty="0">
                <a:solidFill>
                  <a:schemeClr val="bg1"/>
                </a:solidFill>
              </a:rPr>
              <a:t>Principes, </a:t>
            </a:r>
            <a:r>
              <a:rPr lang="en-US" dirty="0" err="1">
                <a:solidFill>
                  <a:schemeClr val="bg1"/>
                </a:solidFill>
              </a:rPr>
              <a:t>dus</a:t>
            </a:r>
            <a:r>
              <a:rPr lang="en-US" dirty="0">
                <a:solidFill>
                  <a:schemeClr val="bg1"/>
                </a:solidFill>
              </a:rPr>
              <a:t> </a:t>
            </a:r>
            <a:r>
              <a:rPr lang="en-US" u="sng" dirty="0">
                <a:solidFill>
                  <a:schemeClr val="bg1"/>
                </a:solidFill>
              </a:rPr>
              <a:t>GEEN:</a:t>
            </a:r>
            <a:r>
              <a:rPr lang="en-US" dirty="0">
                <a:solidFill>
                  <a:schemeClr val="bg1"/>
                </a:solidFill>
              </a:rPr>
              <a:t> </a:t>
            </a:r>
            <a:br>
              <a:rPr lang="en-US" dirty="0">
                <a:solidFill>
                  <a:schemeClr val="bg1"/>
                </a:solidFill>
              </a:rPr>
            </a:br>
            <a:br>
              <a:rPr lang="en-US" dirty="0">
                <a:solidFill>
                  <a:schemeClr val="bg1"/>
                </a:solidFill>
              </a:rPr>
            </a:br>
            <a:r>
              <a:rPr lang="en-US" dirty="0">
                <a:solidFill>
                  <a:schemeClr val="bg1"/>
                </a:solidFill>
              </a:rPr>
              <a:t>1) Design patterns</a:t>
            </a:r>
            <a:br>
              <a:rPr lang="en-US" dirty="0">
                <a:solidFill>
                  <a:schemeClr val="bg1"/>
                </a:solidFill>
              </a:rPr>
            </a:br>
            <a:r>
              <a:rPr lang="en-US" dirty="0">
                <a:solidFill>
                  <a:schemeClr val="bg1"/>
                </a:solidFill>
              </a:rPr>
              <a:t>2) </a:t>
            </a:r>
            <a:r>
              <a:rPr lang="en-US" dirty="0" err="1">
                <a:solidFill>
                  <a:schemeClr val="bg1"/>
                </a:solidFill>
              </a:rPr>
              <a:t>Voorschriften</a:t>
            </a:r>
            <a:endParaRPr lang="en-US" dirty="0">
              <a:solidFill>
                <a:schemeClr val="bg1"/>
              </a:solidFill>
            </a:endParaRPr>
          </a:p>
          <a:p>
            <a:pPr marL="0" indent="0">
              <a:buNone/>
            </a:pPr>
            <a:endParaRPr lang="en-US" dirty="0">
              <a:solidFill>
                <a:schemeClr val="bg1"/>
              </a:solidFill>
            </a:endParaRPr>
          </a:p>
          <a:p>
            <a:pPr marL="0" indent="0">
              <a:buNone/>
            </a:pPr>
            <a:r>
              <a:rPr lang="en-US" b="1" dirty="0" err="1">
                <a:solidFill>
                  <a:schemeClr val="bg1"/>
                </a:solidFill>
              </a:rPr>
              <a:t>Doelen</a:t>
            </a:r>
            <a:endParaRPr lang="en-US" b="1" dirty="0">
              <a:solidFill>
                <a:schemeClr val="bg1"/>
              </a:solidFill>
            </a:endParaRPr>
          </a:p>
          <a:p>
            <a:pPr>
              <a:buFontTx/>
              <a:buChar char="-"/>
            </a:pPr>
            <a:r>
              <a:rPr lang="en-US" dirty="0" err="1">
                <a:solidFill>
                  <a:schemeClr val="bg1"/>
                </a:solidFill>
              </a:rPr>
              <a:t>Uitbreidbaarheid</a:t>
            </a:r>
            <a:endParaRPr lang="en-US" dirty="0">
              <a:solidFill>
                <a:schemeClr val="bg1"/>
              </a:solidFill>
            </a:endParaRPr>
          </a:p>
          <a:p>
            <a:pPr>
              <a:buFontTx/>
              <a:buChar char="-"/>
            </a:pPr>
            <a:r>
              <a:rPr lang="en-US" dirty="0" err="1">
                <a:solidFill>
                  <a:schemeClr val="bg1"/>
                </a:solidFill>
              </a:rPr>
              <a:t>Leesbaarheid</a:t>
            </a:r>
            <a:endParaRPr lang="en-US" dirty="0">
              <a:solidFill>
                <a:schemeClr val="bg1"/>
              </a:solidFill>
            </a:endParaRPr>
          </a:p>
          <a:p>
            <a:pPr>
              <a:buFontTx/>
              <a:buChar char="-"/>
            </a:pPr>
            <a:r>
              <a:rPr lang="en-US" dirty="0" err="1">
                <a:solidFill>
                  <a:schemeClr val="bg1"/>
                </a:solidFill>
              </a:rPr>
              <a:t>Testbaarheid</a:t>
            </a:r>
            <a:endParaRPr lang="en-US" dirty="0">
              <a:solidFill>
                <a:schemeClr val="bg1"/>
              </a:solidFill>
            </a:endParaRPr>
          </a:p>
          <a:p>
            <a:pPr marL="0" indent="0">
              <a:buNone/>
            </a:pPr>
            <a:endParaRPr lang="en-US" dirty="0">
              <a:solidFill>
                <a:schemeClr val="bg1"/>
              </a:solidFill>
            </a:endParaRPr>
          </a:p>
          <a:p>
            <a:pPr marL="0" indent="0">
              <a:buNone/>
            </a:pPr>
            <a:r>
              <a:rPr lang="en-US" i="1" dirty="0">
                <a:solidFill>
                  <a:schemeClr val="bg1"/>
                </a:solidFill>
              </a:rPr>
              <a:t>Low coupling &amp; high cohesion</a:t>
            </a:r>
            <a:endParaRPr lang="en-NL" i="1" dirty="0">
              <a:solidFill>
                <a:schemeClr val="bg1"/>
              </a:solidFill>
            </a:endParaRPr>
          </a:p>
        </p:txBody>
      </p:sp>
    </p:spTree>
    <p:extLst>
      <p:ext uri="{BB962C8B-B14F-4D97-AF65-F5344CB8AC3E}">
        <p14:creationId xmlns:p14="http://schemas.microsoft.com/office/powerpoint/2010/main" val="366342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F293C-2611-D198-C2D6-5A64C29DC548}"/>
              </a:ext>
            </a:extLst>
          </p:cNvPr>
          <p:cNvSpPr>
            <a:spLocks noGrp="1"/>
          </p:cNvSpPr>
          <p:nvPr>
            <p:ph type="title"/>
          </p:nvPr>
        </p:nvSpPr>
        <p:spPr/>
        <p:txBody>
          <a:bodyPr/>
          <a:lstStyle/>
          <a:p>
            <a:r>
              <a:rPr lang="en-US" dirty="0">
                <a:solidFill>
                  <a:schemeClr val="bg1"/>
                </a:solidFill>
              </a:rPr>
              <a:t>SOLDI?</a:t>
            </a:r>
            <a:endParaRPr lang="en-NL" dirty="0">
              <a:solidFill>
                <a:schemeClr val="bg1"/>
              </a:solidFill>
            </a:endParaRPr>
          </a:p>
        </p:txBody>
      </p:sp>
      <p:sp>
        <p:nvSpPr>
          <p:cNvPr id="3" name="Content Placeholder 2">
            <a:extLst>
              <a:ext uri="{FF2B5EF4-FFF2-40B4-BE49-F238E27FC236}">
                <a16:creationId xmlns:a16="http://schemas.microsoft.com/office/drawing/2014/main" id="{710579CF-D65C-6A0F-2F94-1720BF55D835}"/>
              </a:ext>
            </a:extLst>
          </p:cNvPr>
          <p:cNvSpPr>
            <a:spLocks noGrp="1"/>
          </p:cNvSpPr>
          <p:nvPr>
            <p:ph idx="1"/>
          </p:nvPr>
        </p:nvSpPr>
        <p:spPr>
          <a:xfrm>
            <a:off x="838200" y="1806575"/>
            <a:ext cx="10515600" cy="4351338"/>
          </a:xfrm>
        </p:spPr>
        <p:txBody>
          <a:bodyPr/>
          <a:lstStyle/>
          <a:p>
            <a:pPr marL="0" indent="0">
              <a:buNone/>
            </a:pPr>
            <a:r>
              <a:rPr lang="en-US" b="1" dirty="0">
                <a:solidFill>
                  <a:schemeClr val="bg1"/>
                </a:solidFill>
              </a:rPr>
              <a:t>S</a:t>
            </a:r>
            <a:r>
              <a:rPr lang="en-US" dirty="0">
                <a:solidFill>
                  <a:schemeClr val="bg1"/>
                </a:solidFill>
              </a:rPr>
              <a:t> &gt; Single responsibility principle</a:t>
            </a:r>
          </a:p>
          <a:p>
            <a:pPr marL="0" indent="0">
              <a:buNone/>
            </a:pPr>
            <a:r>
              <a:rPr lang="en-US" b="1" dirty="0">
                <a:solidFill>
                  <a:schemeClr val="bg1"/>
                </a:solidFill>
              </a:rPr>
              <a:t>O</a:t>
            </a:r>
            <a:r>
              <a:rPr lang="en-US" dirty="0">
                <a:solidFill>
                  <a:schemeClr val="bg1"/>
                </a:solidFill>
              </a:rPr>
              <a:t> &gt; Open-Closed principle</a:t>
            </a:r>
          </a:p>
          <a:p>
            <a:pPr marL="0" indent="0">
              <a:buNone/>
            </a:pPr>
            <a:r>
              <a:rPr lang="en-US" b="1" dirty="0">
                <a:solidFill>
                  <a:schemeClr val="bg1"/>
                </a:solidFill>
              </a:rPr>
              <a:t>L</a:t>
            </a:r>
            <a:r>
              <a:rPr lang="en-US" dirty="0">
                <a:solidFill>
                  <a:schemeClr val="bg1"/>
                </a:solidFill>
              </a:rPr>
              <a:t> &gt; </a:t>
            </a:r>
            <a:r>
              <a:rPr lang="en-US" dirty="0" err="1">
                <a:solidFill>
                  <a:schemeClr val="bg1"/>
                </a:solidFill>
              </a:rPr>
              <a:t>Liskov</a:t>
            </a:r>
            <a:r>
              <a:rPr lang="en-US" dirty="0">
                <a:solidFill>
                  <a:schemeClr val="bg1"/>
                </a:solidFill>
              </a:rPr>
              <a:t> Substitution principle</a:t>
            </a:r>
          </a:p>
          <a:p>
            <a:pPr marL="0" indent="0">
              <a:buNone/>
            </a:pPr>
            <a:r>
              <a:rPr lang="en-US" b="1" dirty="0">
                <a:solidFill>
                  <a:schemeClr val="bg1"/>
                </a:solidFill>
              </a:rPr>
              <a:t>D</a:t>
            </a:r>
            <a:r>
              <a:rPr lang="en-US" dirty="0">
                <a:solidFill>
                  <a:schemeClr val="bg1"/>
                </a:solidFill>
              </a:rPr>
              <a:t> &gt; Dependency inversion principle</a:t>
            </a:r>
          </a:p>
          <a:p>
            <a:pPr marL="0" indent="0">
              <a:buNone/>
            </a:pPr>
            <a:r>
              <a:rPr lang="en-US" b="1" dirty="0">
                <a:solidFill>
                  <a:schemeClr val="bg1"/>
                </a:solidFill>
              </a:rPr>
              <a:t>I</a:t>
            </a:r>
            <a:r>
              <a:rPr lang="en-US" dirty="0">
                <a:solidFill>
                  <a:schemeClr val="bg1"/>
                </a:solidFill>
              </a:rPr>
              <a:t> &gt; Interface segregation principle</a:t>
            </a:r>
          </a:p>
        </p:txBody>
      </p:sp>
      <p:pic>
        <p:nvPicPr>
          <p:cNvPr id="5" name="Picture 4">
            <a:extLst>
              <a:ext uri="{FF2B5EF4-FFF2-40B4-BE49-F238E27FC236}">
                <a16:creationId xmlns:a16="http://schemas.microsoft.com/office/drawing/2014/main" id="{A1F9969F-DF43-C73B-F1F0-6549313CB2E5}"/>
              </a:ext>
            </a:extLst>
          </p:cNvPr>
          <p:cNvPicPr>
            <a:picLocks noChangeAspect="1"/>
          </p:cNvPicPr>
          <p:nvPr/>
        </p:nvPicPr>
        <p:blipFill>
          <a:blip r:embed="rId2"/>
          <a:stretch>
            <a:fillRect/>
          </a:stretch>
        </p:blipFill>
        <p:spPr>
          <a:xfrm>
            <a:off x="7596551" y="700087"/>
            <a:ext cx="3962699" cy="4520499"/>
          </a:xfrm>
          <a:prstGeom prst="rect">
            <a:avLst/>
          </a:prstGeom>
        </p:spPr>
      </p:pic>
    </p:spTree>
    <p:extLst>
      <p:ext uri="{BB962C8B-B14F-4D97-AF65-F5344CB8AC3E}">
        <p14:creationId xmlns:p14="http://schemas.microsoft.com/office/powerpoint/2010/main" val="265229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B587-5D54-1650-B011-725DF57FDC95}"/>
              </a:ext>
            </a:extLst>
          </p:cNvPr>
          <p:cNvSpPr>
            <a:spLocks noGrp="1"/>
          </p:cNvSpPr>
          <p:nvPr>
            <p:ph type="title"/>
          </p:nvPr>
        </p:nvSpPr>
        <p:spPr/>
        <p:txBody>
          <a:bodyPr/>
          <a:lstStyle/>
          <a:p>
            <a:r>
              <a:rPr lang="en-US" dirty="0">
                <a:solidFill>
                  <a:schemeClr val="bg1"/>
                </a:solidFill>
              </a:rPr>
              <a:t>GRASP</a:t>
            </a:r>
            <a:endParaRPr lang="en-NL" dirty="0">
              <a:solidFill>
                <a:schemeClr val="bg1"/>
              </a:solidFill>
            </a:endParaRPr>
          </a:p>
        </p:txBody>
      </p:sp>
      <p:sp>
        <p:nvSpPr>
          <p:cNvPr id="3" name="Content Placeholder 2">
            <a:extLst>
              <a:ext uri="{FF2B5EF4-FFF2-40B4-BE49-F238E27FC236}">
                <a16:creationId xmlns:a16="http://schemas.microsoft.com/office/drawing/2014/main" id="{381E3F5E-DFC6-EA88-5237-A185718E8A4A}"/>
              </a:ext>
            </a:extLst>
          </p:cNvPr>
          <p:cNvSpPr>
            <a:spLocks noGrp="1"/>
          </p:cNvSpPr>
          <p:nvPr>
            <p:ph idx="1"/>
          </p:nvPr>
        </p:nvSpPr>
        <p:spPr/>
        <p:txBody>
          <a:bodyPr>
            <a:normAutofit lnSpcReduction="10000"/>
          </a:bodyPr>
          <a:lstStyle/>
          <a:p>
            <a:pPr>
              <a:buFontTx/>
              <a:buChar char="-"/>
            </a:pPr>
            <a:r>
              <a:rPr lang="en-US" dirty="0">
                <a:solidFill>
                  <a:schemeClr val="bg1"/>
                </a:solidFill>
              </a:rPr>
              <a:t>Controller</a:t>
            </a:r>
          </a:p>
          <a:p>
            <a:pPr>
              <a:buFontTx/>
              <a:buChar char="-"/>
            </a:pPr>
            <a:r>
              <a:rPr lang="en-US" dirty="0">
                <a:solidFill>
                  <a:schemeClr val="bg1"/>
                </a:solidFill>
              </a:rPr>
              <a:t>Creator</a:t>
            </a:r>
          </a:p>
          <a:p>
            <a:pPr>
              <a:buFontTx/>
              <a:buChar char="-"/>
            </a:pPr>
            <a:r>
              <a:rPr lang="en-US" dirty="0">
                <a:solidFill>
                  <a:schemeClr val="bg1"/>
                </a:solidFill>
              </a:rPr>
              <a:t>Indirection</a:t>
            </a:r>
          </a:p>
          <a:p>
            <a:pPr>
              <a:buFontTx/>
              <a:buChar char="-"/>
            </a:pPr>
            <a:r>
              <a:rPr lang="en-US" dirty="0">
                <a:solidFill>
                  <a:schemeClr val="bg1"/>
                </a:solidFill>
              </a:rPr>
              <a:t>Information expert</a:t>
            </a:r>
          </a:p>
          <a:p>
            <a:pPr>
              <a:buFontTx/>
              <a:buChar char="-"/>
            </a:pPr>
            <a:r>
              <a:rPr lang="en-US" dirty="0">
                <a:solidFill>
                  <a:schemeClr val="bg1"/>
                </a:solidFill>
              </a:rPr>
              <a:t>Low coupling</a:t>
            </a:r>
          </a:p>
          <a:p>
            <a:pPr>
              <a:buFontTx/>
              <a:buChar char="-"/>
            </a:pPr>
            <a:r>
              <a:rPr lang="en-US" dirty="0">
                <a:solidFill>
                  <a:schemeClr val="bg1"/>
                </a:solidFill>
              </a:rPr>
              <a:t>High cohesion</a:t>
            </a:r>
          </a:p>
          <a:p>
            <a:pPr>
              <a:buFontTx/>
              <a:buChar char="-"/>
            </a:pPr>
            <a:r>
              <a:rPr lang="en-US" dirty="0">
                <a:solidFill>
                  <a:schemeClr val="bg1"/>
                </a:solidFill>
              </a:rPr>
              <a:t>Polymorphism</a:t>
            </a:r>
          </a:p>
          <a:p>
            <a:pPr>
              <a:buFontTx/>
              <a:buChar char="-"/>
            </a:pPr>
            <a:r>
              <a:rPr lang="en-US" dirty="0">
                <a:solidFill>
                  <a:schemeClr val="bg1"/>
                </a:solidFill>
              </a:rPr>
              <a:t>Protected variations</a:t>
            </a:r>
          </a:p>
          <a:p>
            <a:pPr>
              <a:buFontTx/>
              <a:buChar char="-"/>
            </a:pPr>
            <a:r>
              <a:rPr lang="en-US" dirty="0">
                <a:solidFill>
                  <a:schemeClr val="bg1"/>
                </a:solidFill>
              </a:rPr>
              <a:t>Pure fabrication</a:t>
            </a:r>
            <a:endParaRPr lang="en-NL" dirty="0">
              <a:solidFill>
                <a:schemeClr val="bg1"/>
              </a:solidFill>
            </a:endParaRPr>
          </a:p>
          <a:p>
            <a:pPr>
              <a:buFontTx/>
              <a:buChar char="-"/>
            </a:pPr>
            <a:endParaRPr lang="en-NL" dirty="0">
              <a:solidFill>
                <a:schemeClr val="bg1"/>
              </a:solidFill>
            </a:endParaRPr>
          </a:p>
        </p:txBody>
      </p:sp>
    </p:spTree>
    <p:extLst>
      <p:ext uri="{BB962C8B-B14F-4D97-AF65-F5344CB8AC3E}">
        <p14:creationId xmlns:p14="http://schemas.microsoft.com/office/powerpoint/2010/main" val="634404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8112-CE78-72C2-023E-AEB56F07EB2B}"/>
              </a:ext>
            </a:extLst>
          </p:cNvPr>
          <p:cNvSpPr>
            <a:spLocks noGrp="1"/>
          </p:cNvSpPr>
          <p:nvPr>
            <p:ph type="title"/>
          </p:nvPr>
        </p:nvSpPr>
        <p:spPr/>
        <p:txBody>
          <a:bodyPr/>
          <a:lstStyle/>
          <a:p>
            <a:r>
              <a:rPr lang="en-US" b="1" dirty="0" err="1">
                <a:solidFill>
                  <a:schemeClr val="bg1"/>
                </a:solidFill>
              </a:rPr>
              <a:t>Definities</a:t>
            </a:r>
            <a:r>
              <a:rPr lang="en-US" b="1" dirty="0">
                <a:solidFill>
                  <a:schemeClr val="bg1"/>
                </a:solidFill>
              </a:rPr>
              <a:t> van SOLID</a:t>
            </a:r>
            <a:endParaRPr lang="en-NL" b="1" dirty="0">
              <a:solidFill>
                <a:schemeClr val="bg1"/>
              </a:solidFill>
            </a:endParaRPr>
          </a:p>
        </p:txBody>
      </p:sp>
      <p:sp>
        <p:nvSpPr>
          <p:cNvPr id="3" name="Content Placeholder 2">
            <a:extLst>
              <a:ext uri="{FF2B5EF4-FFF2-40B4-BE49-F238E27FC236}">
                <a16:creationId xmlns:a16="http://schemas.microsoft.com/office/drawing/2014/main" id="{D11E4541-D7FB-0C65-2705-9A2E679ACE49}"/>
              </a:ext>
            </a:extLst>
          </p:cNvPr>
          <p:cNvSpPr>
            <a:spLocks noGrp="1"/>
          </p:cNvSpPr>
          <p:nvPr>
            <p:ph idx="1"/>
          </p:nvPr>
        </p:nvSpPr>
        <p:spPr>
          <a:xfrm>
            <a:off x="118026" y="1865381"/>
            <a:ext cx="15816073" cy="6070432"/>
          </a:xfrm>
        </p:spPr>
        <p:txBody>
          <a:bodyPr/>
          <a:lstStyle/>
          <a:p>
            <a:pPr marL="0" indent="0">
              <a:buNone/>
            </a:pPr>
            <a:r>
              <a:rPr lang="en-US" dirty="0"/>
              <a:t> </a:t>
            </a:r>
            <a:endParaRPr lang="en-NL" dirty="0"/>
          </a:p>
        </p:txBody>
      </p:sp>
      <p:pic>
        <p:nvPicPr>
          <p:cNvPr id="2050" name="Picture 2" descr="Kinderwoorddienst - Doorvertelspelletje">
            <a:extLst>
              <a:ext uri="{FF2B5EF4-FFF2-40B4-BE49-F238E27FC236}">
                <a16:creationId xmlns:a16="http://schemas.microsoft.com/office/drawing/2014/main" id="{4B49C599-0CC5-EBBC-75A0-EE7CC7451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7077" y="2397194"/>
            <a:ext cx="4297846" cy="3223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813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FD6C-716D-F5BB-240E-3CE88FD17824}"/>
              </a:ext>
            </a:extLst>
          </p:cNvPr>
          <p:cNvSpPr>
            <a:spLocks noGrp="1"/>
          </p:cNvSpPr>
          <p:nvPr>
            <p:ph type="title"/>
          </p:nvPr>
        </p:nvSpPr>
        <p:spPr/>
        <p:txBody>
          <a:bodyPr/>
          <a:lstStyle/>
          <a:p>
            <a:r>
              <a:rPr lang="en-US" b="1" dirty="0">
                <a:solidFill>
                  <a:schemeClr val="bg1"/>
                </a:solidFill>
              </a:rPr>
              <a:t>Single responsibility principle </a:t>
            </a:r>
            <a:endParaRPr lang="en-NL" b="1" dirty="0">
              <a:solidFill>
                <a:schemeClr val="bg1"/>
              </a:solidFill>
            </a:endParaRPr>
          </a:p>
        </p:txBody>
      </p:sp>
      <p:pic>
        <p:nvPicPr>
          <p:cNvPr id="5" name="Content Placeholder 4">
            <a:extLst>
              <a:ext uri="{FF2B5EF4-FFF2-40B4-BE49-F238E27FC236}">
                <a16:creationId xmlns:a16="http://schemas.microsoft.com/office/drawing/2014/main" id="{5876DE4D-0384-03C6-91D9-39D3D8579B77}"/>
              </a:ext>
            </a:extLst>
          </p:cNvPr>
          <p:cNvPicPr>
            <a:picLocks noGrp="1" noChangeAspect="1"/>
          </p:cNvPicPr>
          <p:nvPr>
            <p:ph idx="1"/>
          </p:nvPr>
        </p:nvPicPr>
        <p:blipFill>
          <a:blip r:embed="rId2"/>
          <a:stretch>
            <a:fillRect/>
          </a:stretch>
        </p:blipFill>
        <p:spPr>
          <a:xfrm>
            <a:off x="1047465" y="1765954"/>
            <a:ext cx="4020403" cy="2572097"/>
          </a:xfrm>
          <a:prstGeom prst="rect">
            <a:avLst/>
          </a:prstGeom>
        </p:spPr>
      </p:pic>
      <p:sp>
        <p:nvSpPr>
          <p:cNvPr id="11" name="TextBox 10">
            <a:extLst>
              <a:ext uri="{FF2B5EF4-FFF2-40B4-BE49-F238E27FC236}">
                <a16:creationId xmlns:a16="http://schemas.microsoft.com/office/drawing/2014/main" id="{13560B24-2077-42A2-C77D-DC77D4FC3641}"/>
              </a:ext>
            </a:extLst>
          </p:cNvPr>
          <p:cNvSpPr txBox="1"/>
          <p:nvPr/>
        </p:nvSpPr>
        <p:spPr>
          <a:xfrm>
            <a:off x="772272" y="4057134"/>
            <a:ext cx="6822328" cy="1569660"/>
          </a:xfrm>
          <a:prstGeom prst="rect">
            <a:avLst/>
          </a:prstGeom>
          <a:noFill/>
        </p:spPr>
        <p:txBody>
          <a:bodyPr wrap="square">
            <a:spAutoFit/>
          </a:bodyPr>
          <a:lstStyle/>
          <a:p>
            <a:endParaRPr lang="en-US" sz="2400" b="1" dirty="0">
              <a:solidFill>
                <a:schemeClr val="bg1"/>
              </a:solidFill>
              <a:latin typeface="Google Sans"/>
            </a:endParaRPr>
          </a:p>
          <a:p>
            <a:endParaRPr lang="en-US" sz="2400" b="1" dirty="0">
              <a:solidFill>
                <a:schemeClr val="bg1"/>
              </a:solidFill>
              <a:latin typeface="Google Sans"/>
            </a:endParaRPr>
          </a:p>
          <a:p>
            <a:r>
              <a:rPr lang="en-US" sz="2400" b="1" dirty="0">
                <a:solidFill>
                  <a:schemeClr val="bg1"/>
                </a:solidFill>
                <a:latin typeface="Google Sans"/>
              </a:rPr>
              <a:t>“</a:t>
            </a:r>
            <a:r>
              <a:rPr lang="en-US" sz="2400" b="1" i="0" dirty="0">
                <a:solidFill>
                  <a:schemeClr val="bg1"/>
                </a:solidFill>
                <a:effectLst/>
                <a:latin typeface="Google Sans"/>
              </a:rPr>
              <a:t>A software module should have only one reason to change”</a:t>
            </a:r>
            <a:endParaRPr lang="en-NL" sz="2400" b="1" dirty="0">
              <a:solidFill>
                <a:schemeClr val="bg1"/>
              </a:solidFill>
            </a:endParaRPr>
          </a:p>
        </p:txBody>
      </p:sp>
    </p:spTree>
    <p:extLst>
      <p:ext uri="{BB962C8B-B14F-4D97-AF65-F5344CB8AC3E}">
        <p14:creationId xmlns:p14="http://schemas.microsoft.com/office/powerpoint/2010/main" val="1199814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9B40C-8750-16D8-1C5F-9626D3D81EF0}"/>
              </a:ext>
            </a:extLst>
          </p:cNvPr>
          <p:cNvSpPr>
            <a:spLocks noGrp="1"/>
          </p:cNvSpPr>
          <p:nvPr>
            <p:ph type="title"/>
          </p:nvPr>
        </p:nvSpPr>
        <p:spPr/>
        <p:txBody>
          <a:bodyPr/>
          <a:lstStyle/>
          <a:p>
            <a:r>
              <a:rPr lang="en-US" b="1" dirty="0" err="1">
                <a:solidFill>
                  <a:schemeClr val="bg1"/>
                </a:solidFill>
              </a:rPr>
              <a:t>Relatie</a:t>
            </a:r>
            <a:r>
              <a:rPr lang="en-US" b="1" dirty="0">
                <a:solidFill>
                  <a:schemeClr val="bg1"/>
                </a:solidFill>
              </a:rPr>
              <a:t> met GRASP-principes</a:t>
            </a:r>
            <a:endParaRPr lang="en-NL" b="1" dirty="0">
              <a:solidFill>
                <a:schemeClr val="bg1"/>
              </a:solidFill>
            </a:endParaRPr>
          </a:p>
        </p:txBody>
      </p:sp>
      <p:pic>
        <p:nvPicPr>
          <p:cNvPr id="4" name="Content Placeholder 3">
            <a:extLst>
              <a:ext uri="{FF2B5EF4-FFF2-40B4-BE49-F238E27FC236}">
                <a16:creationId xmlns:a16="http://schemas.microsoft.com/office/drawing/2014/main" id="{8FD5BECA-CF05-3848-AEBA-A678438EF34C}"/>
              </a:ext>
            </a:extLst>
          </p:cNvPr>
          <p:cNvPicPr>
            <a:picLocks noGrp="1" noChangeAspect="1"/>
          </p:cNvPicPr>
          <p:nvPr>
            <p:ph idx="1"/>
          </p:nvPr>
        </p:nvPicPr>
        <p:blipFill>
          <a:blip r:embed="rId2"/>
          <a:stretch>
            <a:fillRect/>
          </a:stretch>
        </p:blipFill>
        <p:spPr>
          <a:xfrm>
            <a:off x="8800340" y="1814373"/>
            <a:ext cx="2743583" cy="2172003"/>
          </a:xfrm>
          <a:prstGeom prst="rect">
            <a:avLst/>
          </a:prstGeom>
        </p:spPr>
      </p:pic>
      <p:sp>
        <p:nvSpPr>
          <p:cNvPr id="5" name="TextBox 4">
            <a:extLst>
              <a:ext uri="{FF2B5EF4-FFF2-40B4-BE49-F238E27FC236}">
                <a16:creationId xmlns:a16="http://schemas.microsoft.com/office/drawing/2014/main" id="{738F91D7-028F-CF68-D8B8-AE6986789CD0}"/>
              </a:ext>
            </a:extLst>
          </p:cNvPr>
          <p:cNvSpPr txBox="1"/>
          <p:nvPr/>
        </p:nvSpPr>
        <p:spPr>
          <a:xfrm>
            <a:off x="973540" y="1690688"/>
            <a:ext cx="6432645" cy="4431983"/>
          </a:xfrm>
          <a:prstGeom prst="rect">
            <a:avLst/>
          </a:prstGeom>
          <a:noFill/>
        </p:spPr>
        <p:txBody>
          <a:bodyPr wrap="square" rtlCol="0">
            <a:spAutoFit/>
          </a:bodyPr>
          <a:lstStyle/>
          <a:p>
            <a:endParaRPr lang="en-US" dirty="0">
              <a:solidFill>
                <a:schemeClr val="bg1"/>
              </a:solidFill>
            </a:endParaRPr>
          </a:p>
          <a:p>
            <a:pPr marL="285750" indent="-285750">
              <a:buFont typeface="Arial" panose="020B0604020202020204" pitchFamily="34" charset="0"/>
              <a:buChar char="•"/>
            </a:pPr>
            <a:r>
              <a:rPr lang="en-US" sz="2400" b="1" dirty="0">
                <a:solidFill>
                  <a:schemeClr val="bg1"/>
                </a:solidFill>
              </a:rPr>
              <a:t>Information Expert: </a:t>
            </a:r>
            <a:r>
              <a:rPr lang="en-US" sz="2400" dirty="0">
                <a:solidFill>
                  <a:schemeClr val="bg1"/>
                </a:solidFill>
              </a:rPr>
              <a:t>de </a:t>
            </a:r>
            <a:r>
              <a:rPr lang="en-US" sz="2400" dirty="0" err="1">
                <a:solidFill>
                  <a:schemeClr val="bg1"/>
                </a:solidFill>
              </a:rPr>
              <a:t>beste</a:t>
            </a:r>
            <a:r>
              <a:rPr lang="en-US" sz="2400" dirty="0">
                <a:solidFill>
                  <a:schemeClr val="bg1"/>
                </a:solidFill>
              </a:rPr>
              <a:t> </a:t>
            </a:r>
            <a:r>
              <a:rPr lang="en-US" sz="2400" dirty="0" err="1">
                <a:solidFill>
                  <a:schemeClr val="bg1"/>
                </a:solidFill>
              </a:rPr>
              <a:t>plek</a:t>
            </a:r>
            <a:r>
              <a:rPr lang="en-US" sz="2400" dirty="0">
                <a:solidFill>
                  <a:schemeClr val="bg1"/>
                </a:solidFill>
              </a:rPr>
              <a:t> om </a:t>
            </a:r>
            <a:r>
              <a:rPr lang="en-US" sz="2400" dirty="0" err="1">
                <a:solidFill>
                  <a:schemeClr val="bg1"/>
                </a:solidFill>
              </a:rPr>
              <a:t>een</a:t>
            </a:r>
            <a:r>
              <a:rPr lang="en-US" sz="2400" dirty="0">
                <a:solidFill>
                  <a:schemeClr val="bg1"/>
                </a:solidFill>
              </a:rPr>
              <a:t> </a:t>
            </a:r>
            <a:r>
              <a:rPr lang="en-US" sz="2400" dirty="0" err="1">
                <a:solidFill>
                  <a:schemeClr val="bg1"/>
                </a:solidFill>
              </a:rPr>
              <a:t>actie</a:t>
            </a:r>
            <a:r>
              <a:rPr lang="en-US" sz="2400" dirty="0">
                <a:solidFill>
                  <a:schemeClr val="bg1"/>
                </a:solidFill>
              </a:rPr>
              <a:t> </a:t>
            </a:r>
            <a:r>
              <a:rPr lang="en-US" sz="2400" dirty="0" err="1">
                <a:solidFill>
                  <a:schemeClr val="bg1"/>
                </a:solidFill>
              </a:rPr>
              <a:t>uit</a:t>
            </a:r>
            <a:r>
              <a:rPr lang="en-US" sz="2400" dirty="0">
                <a:solidFill>
                  <a:schemeClr val="bg1"/>
                </a:solidFill>
              </a:rPr>
              <a:t> </a:t>
            </a:r>
            <a:r>
              <a:rPr lang="en-US" sz="2400" dirty="0" err="1">
                <a:solidFill>
                  <a:schemeClr val="bg1"/>
                </a:solidFill>
              </a:rPr>
              <a:t>te</a:t>
            </a:r>
            <a:r>
              <a:rPr lang="en-US" sz="2400" dirty="0">
                <a:solidFill>
                  <a:schemeClr val="bg1"/>
                </a:solidFill>
              </a:rPr>
              <a:t> </a:t>
            </a:r>
            <a:r>
              <a:rPr lang="en-US" sz="2400" dirty="0" err="1">
                <a:solidFill>
                  <a:schemeClr val="bg1"/>
                </a:solidFill>
              </a:rPr>
              <a:t>voeren</a:t>
            </a:r>
            <a:r>
              <a:rPr lang="en-US" sz="2400" dirty="0">
                <a:solidFill>
                  <a:schemeClr val="bg1"/>
                </a:solidFill>
              </a:rPr>
              <a:t>, is in de class die de </a:t>
            </a:r>
            <a:r>
              <a:rPr lang="en-US" sz="2400" dirty="0" err="1">
                <a:solidFill>
                  <a:schemeClr val="bg1"/>
                </a:solidFill>
              </a:rPr>
              <a:t>meeste</a:t>
            </a:r>
            <a:r>
              <a:rPr lang="en-US" sz="2400" dirty="0">
                <a:solidFill>
                  <a:schemeClr val="bg1"/>
                </a:solidFill>
              </a:rPr>
              <a:t> data </a:t>
            </a:r>
            <a:r>
              <a:rPr lang="en-US" sz="2400" dirty="0" err="1">
                <a:solidFill>
                  <a:schemeClr val="bg1"/>
                </a:solidFill>
              </a:rPr>
              <a:t>bezit</a:t>
            </a:r>
            <a:r>
              <a:rPr lang="en-US" sz="2400" dirty="0">
                <a:solidFill>
                  <a:schemeClr val="bg1"/>
                </a:solidFill>
              </a:rPr>
              <a:t> die </a:t>
            </a:r>
            <a:r>
              <a:rPr lang="en-US" sz="2400" dirty="0" err="1">
                <a:solidFill>
                  <a:schemeClr val="bg1"/>
                </a:solidFill>
              </a:rPr>
              <a:t>daarvoor</a:t>
            </a:r>
            <a:r>
              <a:rPr lang="en-US" sz="2400" dirty="0">
                <a:solidFill>
                  <a:schemeClr val="bg1"/>
                </a:solidFill>
              </a:rPr>
              <a:t> </a:t>
            </a:r>
            <a:r>
              <a:rPr lang="en-US" sz="2400" dirty="0" err="1">
                <a:solidFill>
                  <a:schemeClr val="bg1"/>
                </a:solidFill>
              </a:rPr>
              <a:t>nodig</a:t>
            </a:r>
            <a:r>
              <a:rPr lang="en-US" sz="2400" dirty="0">
                <a:solidFill>
                  <a:schemeClr val="bg1"/>
                </a:solidFill>
              </a:rPr>
              <a:t> is</a:t>
            </a:r>
          </a:p>
          <a:p>
            <a:pPr marL="285750" indent="-285750">
              <a:buFont typeface="Arial" panose="020B0604020202020204" pitchFamily="34" charset="0"/>
              <a:buChar char="•"/>
            </a:pPr>
            <a:endParaRPr lang="en-US" sz="2400" dirty="0">
              <a:solidFill>
                <a:schemeClr val="bg1"/>
              </a:solidFill>
            </a:endParaRPr>
          </a:p>
          <a:p>
            <a:pPr marL="285750" indent="-285750">
              <a:buFont typeface="Arial" panose="020B0604020202020204" pitchFamily="34" charset="0"/>
              <a:buChar char="•"/>
            </a:pPr>
            <a:r>
              <a:rPr lang="en-US" sz="2400" b="1" dirty="0">
                <a:solidFill>
                  <a:schemeClr val="bg1"/>
                </a:solidFill>
              </a:rPr>
              <a:t>High Cohesion: </a:t>
            </a:r>
            <a:r>
              <a:rPr lang="en-US" sz="2400" dirty="0">
                <a:solidFill>
                  <a:schemeClr val="bg1"/>
                </a:solidFill>
              </a:rPr>
              <a:t>alle </a:t>
            </a:r>
            <a:r>
              <a:rPr lang="en-US" sz="2400" dirty="0" err="1">
                <a:solidFill>
                  <a:schemeClr val="bg1"/>
                </a:solidFill>
              </a:rPr>
              <a:t>methoden</a:t>
            </a:r>
            <a:r>
              <a:rPr lang="en-US" sz="2400" dirty="0">
                <a:solidFill>
                  <a:schemeClr val="bg1"/>
                </a:solidFill>
              </a:rPr>
              <a:t> en data in </a:t>
            </a:r>
            <a:r>
              <a:rPr lang="en-US" sz="2400" dirty="0" err="1">
                <a:solidFill>
                  <a:schemeClr val="bg1"/>
                </a:solidFill>
              </a:rPr>
              <a:t>een</a:t>
            </a:r>
            <a:r>
              <a:rPr lang="en-US" sz="2400" dirty="0">
                <a:solidFill>
                  <a:schemeClr val="bg1"/>
                </a:solidFill>
              </a:rPr>
              <a:t> class </a:t>
            </a:r>
            <a:r>
              <a:rPr lang="en-US" sz="2400" dirty="0" err="1">
                <a:solidFill>
                  <a:schemeClr val="bg1"/>
                </a:solidFill>
              </a:rPr>
              <a:t>moeten</a:t>
            </a:r>
            <a:r>
              <a:rPr lang="en-US" sz="2400" dirty="0">
                <a:solidFill>
                  <a:schemeClr val="bg1"/>
                </a:solidFill>
              </a:rPr>
              <a:t> </a:t>
            </a:r>
            <a:r>
              <a:rPr lang="en-US" sz="2400" dirty="0" err="1">
                <a:solidFill>
                  <a:schemeClr val="bg1"/>
                </a:solidFill>
              </a:rPr>
              <a:t>sterk</a:t>
            </a:r>
            <a:r>
              <a:rPr lang="en-US" sz="2400" dirty="0">
                <a:solidFill>
                  <a:schemeClr val="bg1"/>
                </a:solidFill>
              </a:rPr>
              <a:t> </a:t>
            </a:r>
            <a:r>
              <a:rPr lang="en-US" sz="2400" dirty="0" err="1">
                <a:solidFill>
                  <a:schemeClr val="bg1"/>
                </a:solidFill>
              </a:rPr>
              <a:t>samenhangen</a:t>
            </a:r>
            <a:r>
              <a:rPr lang="en-US" sz="2400" dirty="0">
                <a:solidFill>
                  <a:schemeClr val="bg1"/>
                </a:solidFill>
              </a:rPr>
              <a:t> en </a:t>
            </a:r>
            <a:r>
              <a:rPr lang="en-US" sz="2400" dirty="0" err="1">
                <a:solidFill>
                  <a:schemeClr val="bg1"/>
                </a:solidFill>
              </a:rPr>
              <a:t>een</a:t>
            </a:r>
            <a:r>
              <a:rPr lang="en-US" sz="2400" dirty="0">
                <a:solidFill>
                  <a:schemeClr val="bg1"/>
                </a:solidFill>
              </a:rPr>
              <a:t> </a:t>
            </a:r>
            <a:r>
              <a:rPr lang="en-US" sz="2400" dirty="0" err="1">
                <a:solidFill>
                  <a:schemeClr val="bg1"/>
                </a:solidFill>
              </a:rPr>
              <a:t>taak</a:t>
            </a:r>
            <a:r>
              <a:rPr lang="en-US" sz="2400" dirty="0">
                <a:solidFill>
                  <a:schemeClr val="bg1"/>
                </a:solidFill>
              </a:rPr>
              <a:t> </a:t>
            </a:r>
            <a:r>
              <a:rPr lang="en-US" sz="2400" dirty="0" err="1">
                <a:solidFill>
                  <a:schemeClr val="bg1"/>
                </a:solidFill>
              </a:rPr>
              <a:t>hebben</a:t>
            </a:r>
            <a:endParaRPr lang="en-US" sz="2400" dirty="0">
              <a:solidFill>
                <a:schemeClr val="bg1"/>
              </a:solidFill>
            </a:endParaRPr>
          </a:p>
          <a:p>
            <a:pPr marL="285750" indent="-285750">
              <a:buFont typeface="Arial" panose="020B0604020202020204" pitchFamily="34" charset="0"/>
              <a:buChar char="•"/>
            </a:pPr>
            <a:endParaRPr lang="en-US" sz="2400" dirty="0">
              <a:solidFill>
                <a:schemeClr val="bg1"/>
              </a:solidFill>
            </a:endParaRPr>
          </a:p>
          <a:p>
            <a:pPr marL="285750" indent="-285750">
              <a:buFont typeface="Arial" panose="020B0604020202020204" pitchFamily="34" charset="0"/>
              <a:buChar char="•"/>
            </a:pPr>
            <a:r>
              <a:rPr lang="en-US" sz="2400" b="1" dirty="0">
                <a:solidFill>
                  <a:schemeClr val="bg1"/>
                </a:solidFill>
              </a:rPr>
              <a:t>Low Coupling: </a:t>
            </a:r>
            <a:r>
              <a:rPr lang="nl-NL" sz="2400" dirty="0">
                <a:solidFill>
                  <a:schemeClr val="bg1"/>
                </a:solidFill>
              </a:rPr>
              <a:t>verschillende onderdelen van je systeem moeten zo onafhankelijk mogelijk van elkaar zijn</a:t>
            </a:r>
            <a:endParaRPr lang="en-US" sz="2400" dirty="0">
              <a:solidFill>
                <a:schemeClr val="bg1"/>
              </a:solidFill>
            </a:endParaRPr>
          </a:p>
        </p:txBody>
      </p:sp>
    </p:spTree>
    <p:extLst>
      <p:ext uri="{BB962C8B-B14F-4D97-AF65-F5344CB8AC3E}">
        <p14:creationId xmlns:p14="http://schemas.microsoft.com/office/powerpoint/2010/main" val="3569255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963A-6DB7-A89A-1B5D-34A9314587C3}"/>
              </a:ext>
            </a:extLst>
          </p:cNvPr>
          <p:cNvSpPr>
            <a:spLocks noGrp="1"/>
          </p:cNvSpPr>
          <p:nvPr>
            <p:ph type="title"/>
          </p:nvPr>
        </p:nvSpPr>
        <p:spPr/>
        <p:txBody>
          <a:bodyPr/>
          <a:lstStyle/>
          <a:p>
            <a:r>
              <a:rPr lang="nl-NL" dirty="0">
                <a:solidFill>
                  <a:schemeClr val="bg1"/>
                </a:solidFill>
              </a:rPr>
              <a:t> </a:t>
            </a:r>
            <a:endParaRPr lang="en-NL" dirty="0">
              <a:solidFill>
                <a:schemeClr val="bg1"/>
              </a:solidFill>
            </a:endParaRPr>
          </a:p>
        </p:txBody>
      </p:sp>
      <p:sp>
        <p:nvSpPr>
          <p:cNvPr id="6" name="TextBox 5">
            <a:extLst>
              <a:ext uri="{FF2B5EF4-FFF2-40B4-BE49-F238E27FC236}">
                <a16:creationId xmlns:a16="http://schemas.microsoft.com/office/drawing/2014/main" id="{A55C2F82-5B61-3329-4320-A77022E6835D}"/>
              </a:ext>
            </a:extLst>
          </p:cNvPr>
          <p:cNvSpPr txBox="1"/>
          <p:nvPr/>
        </p:nvSpPr>
        <p:spPr>
          <a:xfrm>
            <a:off x="3025943" y="4629465"/>
            <a:ext cx="3531268" cy="2308324"/>
          </a:xfrm>
          <a:prstGeom prst="rect">
            <a:avLst/>
          </a:prstGeom>
          <a:noFill/>
        </p:spPr>
        <p:txBody>
          <a:bodyPr wrap="square" rtlCol="0">
            <a:spAutoFit/>
          </a:bodyPr>
          <a:lstStyle/>
          <a:p>
            <a:r>
              <a:rPr lang="en-US" b="1" dirty="0">
                <a:solidFill>
                  <a:schemeClr val="bg1"/>
                </a:solidFill>
              </a:rPr>
              <a:t>Classes</a:t>
            </a:r>
            <a:r>
              <a:rPr lang="en-US" dirty="0">
                <a:solidFill>
                  <a:schemeClr val="bg1"/>
                </a:solidFill>
              </a:rPr>
              <a:t>: Manager, Helper, Fixer, Util, Coordinator etc.</a:t>
            </a:r>
          </a:p>
          <a:p>
            <a:endParaRPr lang="en-US" dirty="0">
              <a:solidFill>
                <a:schemeClr val="bg1"/>
              </a:solidFill>
            </a:endParaRPr>
          </a:p>
          <a:p>
            <a:r>
              <a:rPr lang="en-US" b="1" dirty="0">
                <a:solidFill>
                  <a:schemeClr val="bg1"/>
                </a:solidFill>
              </a:rPr>
              <a:t>Methodes</a:t>
            </a:r>
            <a:r>
              <a:rPr lang="en-US" dirty="0">
                <a:solidFill>
                  <a:schemeClr val="bg1"/>
                </a:solidFill>
              </a:rPr>
              <a:t>: ‘En’/’And’</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NL" dirty="0">
              <a:solidFill>
                <a:schemeClr val="bg1"/>
              </a:solidFill>
            </a:endParaRPr>
          </a:p>
        </p:txBody>
      </p:sp>
      <p:pic>
        <p:nvPicPr>
          <p:cNvPr id="14" name="Picture 13">
            <a:extLst>
              <a:ext uri="{FF2B5EF4-FFF2-40B4-BE49-F238E27FC236}">
                <a16:creationId xmlns:a16="http://schemas.microsoft.com/office/drawing/2014/main" id="{4EE24970-CC0F-C027-64C5-95599139DB32}"/>
              </a:ext>
            </a:extLst>
          </p:cNvPr>
          <p:cNvPicPr>
            <a:picLocks noChangeAspect="1"/>
          </p:cNvPicPr>
          <p:nvPr/>
        </p:nvPicPr>
        <p:blipFill>
          <a:blip r:embed="rId2"/>
          <a:stretch>
            <a:fillRect/>
          </a:stretch>
        </p:blipFill>
        <p:spPr>
          <a:xfrm>
            <a:off x="1009372" y="4545244"/>
            <a:ext cx="1630484" cy="1863410"/>
          </a:xfrm>
          <a:prstGeom prst="rect">
            <a:avLst/>
          </a:prstGeom>
        </p:spPr>
      </p:pic>
      <p:pic>
        <p:nvPicPr>
          <p:cNvPr id="8" name="Afbeelding 7">
            <a:extLst>
              <a:ext uri="{FF2B5EF4-FFF2-40B4-BE49-F238E27FC236}">
                <a16:creationId xmlns:a16="http://schemas.microsoft.com/office/drawing/2014/main" id="{C6305123-1FE5-7820-85F5-05ADF46FFE23}"/>
              </a:ext>
            </a:extLst>
          </p:cNvPr>
          <p:cNvPicPr>
            <a:picLocks noChangeAspect="1"/>
          </p:cNvPicPr>
          <p:nvPr/>
        </p:nvPicPr>
        <p:blipFill>
          <a:blip r:embed="rId3"/>
          <a:stretch>
            <a:fillRect/>
          </a:stretch>
        </p:blipFill>
        <p:spPr>
          <a:xfrm>
            <a:off x="5335250" y="5621469"/>
            <a:ext cx="3639058" cy="523948"/>
          </a:xfrm>
          <a:prstGeom prst="rect">
            <a:avLst/>
          </a:prstGeom>
        </p:spPr>
      </p:pic>
      <p:sp>
        <p:nvSpPr>
          <p:cNvPr id="10" name="Tijdelijke aanduiding voor inhoud 9">
            <a:extLst>
              <a:ext uri="{FF2B5EF4-FFF2-40B4-BE49-F238E27FC236}">
                <a16:creationId xmlns:a16="http://schemas.microsoft.com/office/drawing/2014/main" id="{5A59FA5B-1783-DC66-AF31-7D833CEB6585}"/>
              </a:ext>
            </a:extLst>
          </p:cNvPr>
          <p:cNvSpPr>
            <a:spLocks noGrp="1"/>
          </p:cNvSpPr>
          <p:nvPr>
            <p:ph idx="1"/>
          </p:nvPr>
        </p:nvSpPr>
        <p:spPr/>
        <p:txBody>
          <a:bodyPr/>
          <a:lstStyle/>
          <a:p>
            <a:pPr marL="0" indent="0">
              <a:buNone/>
            </a:pPr>
            <a:r>
              <a:rPr lang="nl-NL" dirty="0"/>
              <a:t> </a:t>
            </a:r>
          </a:p>
        </p:txBody>
      </p:sp>
      <p:pic>
        <p:nvPicPr>
          <p:cNvPr id="12" name="Afbeelding 11">
            <a:extLst>
              <a:ext uri="{FF2B5EF4-FFF2-40B4-BE49-F238E27FC236}">
                <a16:creationId xmlns:a16="http://schemas.microsoft.com/office/drawing/2014/main" id="{E63F55AC-36EF-99AE-059D-206064AB41D6}"/>
              </a:ext>
            </a:extLst>
          </p:cNvPr>
          <p:cNvPicPr>
            <a:picLocks noChangeAspect="1"/>
          </p:cNvPicPr>
          <p:nvPr/>
        </p:nvPicPr>
        <p:blipFill>
          <a:blip r:embed="rId4"/>
          <a:stretch>
            <a:fillRect/>
          </a:stretch>
        </p:blipFill>
        <p:spPr>
          <a:xfrm>
            <a:off x="838200" y="366137"/>
            <a:ext cx="7535327" cy="3724795"/>
          </a:xfrm>
          <a:prstGeom prst="rect">
            <a:avLst/>
          </a:prstGeom>
        </p:spPr>
      </p:pic>
    </p:spTree>
    <p:extLst>
      <p:ext uri="{BB962C8B-B14F-4D97-AF65-F5344CB8AC3E}">
        <p14:creationId xmlns:p14="http://schemas.microsoft.com/office/powerpoint/2010/main" val="882087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el 13">
            <a:extLst>
              <a:ext uri="{FF2B5EF4-FFF2-40B4-BE49-F238E27FC236}">
                <a16:creationId xmlns:a16="http://schemas.microsoft.com/office/drawing/2014/main" id="{BBA3E5E2-9888-0BD3-0DA2-79D95B237B23}"/>
              </a:ext>
            </a:extLst>
          </p:cNvPr>
          <p:cNvSpPr>
            <a:spLocks noGrp="1"/>
          </p:cNvSpPr>
          <p:nvPr>
            <p:ph type="title"/>
          </p:nvPr>
        </p:nvSpPr>
        <p:spPr/>
        <p:txBody>
          <a:bodyPr/>
          <a:lstStyle/>
          <a:p>
            <a:r>
              <a:rPr lang="nl-NL" dirty="0"/>
              <a:t> </a:t>
            </a:r>
          </a:p>
        </p:txBody>
      </p:sp>
      <p:pic>
        <p:nvPicPr>
          <p:cNvPr id="18" name="Afbeelding 17">
            <a:extLst>
              <a:ext uri="{FF2B5EF4-FFF2-40B4-BE49-F238E27FC236}">
                <a16:creationId xmlns:a16="http://schemas.microsoft.com/office/drawing/2014/main" id="{6134BE1D-5809-AB8F-E7C2-26F856EF1F26}"/>
              </a:ext>
            </a:extLst>
          </p:cNvPr>
          <p:cNvPicPr>
            <a:picLocks noChangeAspect="1"/>
          </p:cNvPicPr>
          <p:nvPr/>
        </p:nvPicPr>
        <p:blipFill>
          <a:blip r:embed="rId2"/>
          <a:stretch>
            <a:fillRect/>
          </a:stretch>
        </p:blipFill>
        <p:spPr>
          <a:xfrm>
            <a:off x="694810" y="319814"/>
            <a:ext cx="7373379" cy="6173061"/>
          </a:xfrm>
          <a:prstGeom prst="rect">
            <a:avLst/>
          </a:prstGeom>
        </p:spPr>
      </p:pic>
    </p:spTree>
    <p:extLst>
      <p:ext uri="{BB962C8B-B14F-4D97-AF65-F5344CB8AC3E}">
        <p14:creationId xmlns:p14="http://schemas.microsoft.com/office/powerpoint/2010/main" val="197741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2D8622-9BE0-6BA9-C7AF-3D8F8CD6AB55}"/>
              </a:ext>
            </a:extLst>
          </p:cNvPr>
          <p:cNvSpPr>
            <a:spLocks noGrp="1"/>
          </p:cNvSpPr>
          <p:nvPr>
            <p:ph type="title"/>
          </p:nvPr>
        </p:nvSpPr>
        <p:spPr/>
        <p:txBody>
          <a:bodyPr/>
          <a:lstStyle/>
          <a:p>
            <a:r>
              <a:rPr lang="nl-NL" dirty="0">
                <a:solidFill>
                  <a:schemeClr val="bg1"/>
                </a:solidFill>
              </a:rPr>
              <a:t>Of:</a:t>
            </a:r>
          </a:p>
        </p:txBody>
      </p:sp>
      <p:sp>
        <p:nvSpPr>
          <p:cNvPr id="3" name="Tijdelijke aanduiding voor inhoud 2">
            <a:extLst>
              <a:ext uri="{FF2B5EF4-FFF2-40B4-BE49-F238E27FC236}">
                <a16:creationId xmlns:a16="http://schemas.microsoft.com/office/drawing/2014/main" id="{DCCE0975-F2B1-58FB-4482-BA11F20A8386}"/>
              </a:ext>
            </a:extLst>
          </p:cNvPr>
          <p:cNvSpPr>
            <a:spLocks noGrp="1"/>
          </p:cNvSpPr>
          <p:nvPr>
            <p:ph idx="1"/>
          </p:nvPr>
        </p:nvSpPr>
        <p:spPr/>
        <p:txBody>
          <a:bodyPr/>
          <a:lstStyle/>
          <a:p>
            <a:pPr marL="0" indent="0">
              <a:buNone/>
            </a:pPr>
            <a:r>
              <a:rPr lang="nl-NL" dirty="0"/>
              <a:t> </a:t>
            </a:r>
          </a:p>
        </p:txBody>
      </p:sp>
      <p:pic>
        <p:nvPicPr>
          <p:cNvPr id="5" name="Afbeelding 4">
            <a:extLst>
              <a:ext uri="{FF2B5EF4-FFF2-40B4-BE49-F238E27FC236}">
                <a16:creationId xmlns:a16="http://schemas.microsoft.com/office/drawing/2014/main" id="{59E1362D-C303-FB4B-D443-2F01B73CF630}"/>
              </a:ext>
            </a:extLst>
          </p:cNvPr>
          <p:cNvPicPr>
            <a:picLocks noChangeAspect="1"/>
          </p:cNvPicPr>
          <p:nvPr/>
        </p:nvPicPr>
        <p:blipFill>
          <a:blip r:embed="rId2"/>
          <a:stretch>
            <a:fillRect/>
          </a:stretch>
        </p:blipFill>
        <p:spPr>
          <a:xfrm>
            <a:off x="1048010" y="2453711"/>
            <a:ext cx="7039957" cy="4039164"/>
          </a:xfrm>
          <a:prstGeom prst="rect">
            <a:avLst/>
          </a:prstGeom>
        </p:spPr>
      </p:pic>
    </p:spTree>
    <p:extLst>
      <p:ext uri="{BB962C8B-B14F-4D97-AF65-F5344CB8AC3E}">
        <p14:creationId xmlns:p14="http://schemas.microsoft.com/office/powerpoint/2010/main" val="3846595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07E6-5B58-076A-068B-413E29895ACE}"/>
              </a:ext>
            </a:extLst>
          </p:cNvPr>
          <p:cNvSpPr>
            <a:spLocks noGrp="1"/>
          </p:cNvSpPr>
          <p:nvPr>
            <p:ph type="title"/>
          </p:nvPr>
        </p:nvSpPr>
        <p:spPr/>
        <p:txBody>
          <a:bodyPr/>
          <a:lstStyle/>
          <a:p>
            <a:r>
              <a:rPr lang="en-US" dirty="0">
                <a:solidFill>
                  <a:schemeClr val="bg1"/>
                </a:solidFill>
              </a:rPr>
              <a:t>Veel </a:t>
            </a:r>
            <a:r>
              <a:rPr lang="en-US" dirty="0" err="1">
                <a:solidFill>
                  <a:schemeClr val="bg1"/>
                </a:solidFill>
              </a:rPr>
              <a:t>kleine</a:t>
            </a:r>
            <a:r>
              <a:rPr lang="en-US" dirty="0">
                <a:solidFill>
                  <a:schemeClr val="bg1"/>
                </a:solidFill>
              </a:rPr>
              <a:t> classes </a:t>
            </a:r>
            <a:r>
              <a:rPr lang="en-US" dirty="0" err="1">
                <a:solidFill>
                  <a:schemeClr val="bg1"/>
                </a:solidFill>
              </a:rPr>
              <a:t>i.p.v</a:t>
            </a:r>
            <a:r>
              <a:rPr lang="en-US" dirty="0">
                <a:solidFill>
                  <a:schemeClr val="bg1"/>
                </a:solidFill>
              </a:rPr>
              <a:t>. </a:t>
            </a:r>
            <a:r>
              <a:rPr lang="en-US" dirty="0" err="1">
                <a:solidFill>
                  <a:schemeClr val="bg1"/>
                </a:solidFill>
              </a:rPr>
              <a:t>een</a:t>
            </a:r>
            <a:r>
              <a:rPr lang="en-US" dirty="0">
                <a:solidFill>
                  <a:schemeClr val="bg1"/>
                </a:solidFill>
              </a:rPr>
              <a:t> </a:t>
            </a:r>
            <a:r>
              <a:rPr lang="en-US" dirty="0" err="1">
                <a:solidFill>
                  <a:schemeClr val="bg1"/>
                </a:solidFill>
              </a:rPr>
              <a:t>paar</a:t>
            </a:r>
            <a:r>
              <a:rPr lang="en-US" dirty="0">
                <a:solidFill>
                  <a:schemeClr val="bg1"/>
                </a:solidFill>
              </a:rPr>
              <a:t> </a:t>
            </a:r>
            <a:r>
              <a:rPr lang="en-US" dirty="0" err="1">
                <a:solidFill>
                  <a:schemeClr val="bg1"/>
                </a:solidFill>
              </a:rPr>
              <a:t>grote</a:t>
            </a:r>
            <a:endParaRPr lang="en-NL" dirty="0">
              <a:solidFill>
                <a:schemeClr val="bg1"/>
              </a:solidFill>
            </a:endParaRPr>
          </a:p>
        </p:txBody>
      </p:sp>
      <p:pic>
        <p:nvPicPr>
          <p:cNvPr id="2050" name="Picture 2" descr="Endomed, exclusief distributeur van Becker medisch meubilair - Nieuws">
            <a:extLst>
              <a:ext uri="{FF2B5EF4-FFF2-40B4-BE49-F238E27FC236}">
                <a16:creationId xmlns:a16="http://schemas.microsoft.com/office/drawing/2014/main" id="{D0EB750D-6BA4-BB09-A4F5-6AA05FC824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0405" y="1554914"/>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270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94626C-EAA5-EFB5-9EC6-D47A3D8901E6}"/>
              </a:ext>
            </a:extLst>
          </p:cNvPr>
          <p:cNvSpPr>
            <a:spLocks noGrp="1"/>
          </p:cNvSpPr>
          <p:nvPr>
            <p:ph type="title"/>
          </p:nvPr>
        </p:nvSpPr>
        <p:spPr/>
        <p:txBody>
          <a:bodyPr/>
          <a:lstStyle/>
          <a:p>
            <a:r>
              <a:rPr lang="nl-NL" dirty="0">
                <a:solidFill>
                  <a:schemeClr val="bg1"/>
                </a:solidFill>
              </a:rPr>
              <a:t>Oefening</a:t>
            </a:r>
          </a:p>
        </p:txBody>
      </p:sp>
      <p:sp>
        <p:nvSpPr>
          <p:cNvPr id="3" name="Tijdelijke aanduiding voor inhoud 2">
            <a:extLst>
              <a:ext uri="{FF2B5EF4-FFF2-40B4-BE49-F238E27FC236}">
                <a16:creationId xmlns:a16="http://schemas.microsoft.com/office/drawing/2014/main" id="{D8F288F5-7CD4-7515-F007-A6ACED24BE14}"/>
              </a:ext>
            </a:extLst>
          </p:cNvPr>
          <p:cNvSpPr>
            <a:spLocks noGrp="1"/>
          </p:cNvSpPr>
          <p:nvPr>
            <p:ph idx="1"/>
          </p:nvPr>
        </p:nvSpPr>
        <p:spPr/>
        <p:txBody>
          <a:bodyPr/>
          <a:lstStyle/>
          <a:p>
            <a:pPr marL="0" indent="0">
              <a:buNone/>
            </a:pPr>
            <a:r>
              <a:rPr lang="nl-NL" dirty="0">
                <a:solidFill>
                  <a:schemeClr val="bg1"/>
                </a:solidFill>
              </a:rPr>
              <a:t> </a:t>
            </a:r>
          </a:p>
        </p:txBody>
      </p:sp>
    </p:spTree>
    <p:extLst>
      <p:ext uri="{BB962C8B-B14F-4D97-AF65-F5344CB8AC3E}">
        <p14:creationId xmlns:p14="http://schemas.microsoft.com/office/powerpoint/2010/main" val="620896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2D31-297D-04A1-DCC8-F53209C8862D}"/>
              </a:ext>
            </a:extLst>
          </p:cNvPr>
          <p:cNvSpPr>
            <a:spLocks noGrp="1"/>
          </p:cNvSpPr>
          <p:nvPr>
            <p:ph type="title"/>
          </p:nvPr>
        </p:nvSpPr>
        <p:spPr/>
        <p:txBody>
          <a:bodyPr/>
          <a:lstStyle/>
          <a:p>
            <a:r>
              <a:rPr lang="en-US" b="1" dirty="0">
                <a:solidFill>
                  <a:schemeClr val="bg1"/>
                </a:solidFill>
              </a:rPr>
              <a:t>             Interface segregation principle </a:t>
            </a:r>
            <a:endParaRPr lang="en-NL" dirty="0">
              <a:solidFill>
                <a:schemeClr val="bg1"/>
              </a:solidFill>
            </a:endParaRPr>
          </a:p>
        </p:txBody>
      </p:sp>
      <p:sp>
        <p:nvSpPr>
          <p:cNvPr id="3" name="Content Placeholder 2">
            <a:extLst>
              <a:ext uri="{FF2B5EF4-FFF2-40B4-BE49-F238E27FC236}">
                <a16:creationId xmlns:a16="http://schemas.microsoft.com/office/drawing/2014/main" id="{51AF1DDE-0FCB-189B-7459-8CC8CE30288C}"/>
              </a:ext>
            </a:extLst>
          </p:cNvPr>
          <p:cNvSpPr>
            <a:spLocks noGrp="1"/>
          </p:cNvSpPr>
          <p:nvPr>
            <p:ph idx="1"/>
          </p:nvPr>
        </p:nvSpPr>
        <p:spPr>
          <a:xfrm>
            <a:off x="2357651" y="1616359"/>
            <a:ext cx="10515600" cy="4351338"/>
          </a:xfrm>
        </p:spPr>
        <p:txBody>
          <a:bodyPr/>
          <a:lstStyle/>
          <a:p>
            <a:pPr marL="0" indent="0">
              <a:buNone/>
            </a:pPr>
            <a:r>
              <a:rPr lang="en-US" dirty="0">
                <a:solidFill>
                  <a:schemeClr val="bg1"/>
                </a:solidFill>
              </a:rPr>
              <a:t>“no client should be forced to depend on </a:t>
            </a:r>
          </a:p>
          <a:p>
            <a:pPr marL="0" indent="0">
              <a:buNone/>
            </a:pPr>
            <a:r>
              <a:rPr lang="en-US" dirty="0">
                <a:solidFill>
                  <a:schemeClr val="bg1"/>
                </a:solidFill>
              </a:rPr>
              <a:t>methods it does not use”</a:t>
            </a:r>
          </a:p>
          <a:p>
            <a:pPr marL="0" indent="0">
              <a:buNone/>
            </a:pPr>
            <a:endParaRPr lang="en-US" dirty="0">
              <a:solidFill>
                <a:schemeClr val="bg1"/>
              </a:solidFill>
            </a:endParaRPr>
          </a:p>
          <a:p>
            <a:pPr marL="0" indent="0">
              <a:buNone/>
            </a:pPr>
            <a:endParaRPr lang="en-NL" dirty="0">
              <a:solidFill>
                <a:schemeClr val="bg1"/>
              </a:solidFill>
            </a:endParaRPr>
          </a:p>
        </p:txBody>
      </p:sp>
      <p:pic>
        <p:nvPicPr>
          <p:cNvPr id="9" name="Picture 8">
            <a:extLst>
              <a:ext uri="{FF2B5EF4-FFF2-40B4-BE49-F238E27FC236}">
                <a16:creationId xmlns:a16="http://schemas.microsoft.com/office/drawing/2014/main" id="{30DA6153-5B47-4369-6991-80AE9C0BA328}"/>
              </a:ext>
            </a:extLst>
          </p:cNvPr>
          <p:cNvPicPr>
            <a:picLocks noChangeAspect="1"/>
          </p:cNvPicPr>
          <p:nvPr/>
        </p:nvPicPr>
        <p:blipFill>
          <a:blip r:embed="rId2"/>
          <a:stretch>
            <a:fillRect/>
          </a:stretch>
        </p:blipFill>
        <p:spPr>
          <a:xfrm>
            <a:off x="432076" y="493568"/>
            <a:ext cx="1681580" cy="6213499"/>
          </a:xfrm>
          <a:prstGeom prst="rect">
            <a:avLst/>
          </a:prstGeom>
        </p:spPr>
      </p:pic>
      <p:pic>
        <p:nvPicPr>
          <p:cNvPr id="5" name="Picture 4">
            <a:extLst>
              <a:ext uri="{FF2B5EF4-FFF2-40B4-BE49-F238E27FC236}">
                <a16:creationId xmlns:a16="http://schemas.microsoft.com/office/drawing/2014/main" id="{875A07DA-B9B0-A39F-8F20-A6AB4EEBFCAF}"/>
              </a:ext>
            </a:extLst>
          </p:cNvPr>
          <p:cNvPicPr>
            <a:picLocks noChangeAspect="1"/>
          </p:cNvPicPr>
          <p:nvPr/>
        </p:nvPicPr>
        <p:blipFill>
          <a:blip r:embed="rId3"/>
          <a:stretch>
            <a:fillRect/>
          </a:stretch>
        </p:blipFill>
        <p:spPr>
          <a:xfrm>
            <a:off x="2535763" y="2867574"/>
            <a:ext cx="9440592" cy="3324689"/>
          </a:xfrm>
          <a:prstGeom prst="rect">
            <a:avLst/>
          </a:prstGeom>
        </p:spPr>
      </p:pic>
    </p:spTree>
    <p:extLst>
      <p:ext uri="{BB962C8B-B14F-4D97-AF65-F5344CB8AC3E}">
        <p14:creationId xmlns:p14="http://schemas.microsoft.com/office/powerpoint/2010/main" val="136865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FD18-E3E0-3433-25BC-C0EF7EE62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04D32-6E9C-DB7F-C51B-0BBA835F93B8}"/>
              </a:ext>
            </a:extLst>
          </p:cNvPr>
          <p:cNvSpPr>
            <a:spLocks noGrp="1"/>
          </p:cNvSpPr>
          <p:nvPr>
            <p:ph type="title"/>
          </p:nvPr>
        </p:nvSpPr>
        <p:spPr/>
        <p:txBody>
          <a:bodyPr/>
          <a:lstStyle/>
          <a:p>
            <a:r>
              <a:rPr lang="en-US" b="1" dirty="0" err="1">
                <a:solidFill>
                  <a:schemeClr val="bg1"/>
                </a:solidFill>
              </a:rPr>
              <a:t>Relatie</a:t>
            </a:r>
            <a:r>
              <a:rPr lang="en-US" b="1" dirty="0">
                <a:solidFill>
                  <a:schemeClr val="bg1"/>
                </a:solidFill>
              </a:rPr>
              <a:t> met GRASP-principes</a:t>
            </a:r>
            <a:endParaRPr lang="en-NL" b="1" dirty="0">
              <a:solidFill>
                <a:schemeClr val="bg1"/>
              </a:solidFill>
            </a:endParaRPr>
          </a:p>
        </p:txBody>
      </p:sp>
      <p:pic>
        <p:nvPicPr>
          <p:cNvPr id="4" name="Content Placeholder 3">
            <a:extLst>
              <a:ext uri="{FF2B5EF4-FFF2-40B4-BE49-F238E27FC236}">
                <a16:creationId xmlns:a16="http://schemas.microsoft.com/office/drawing/2014/main" id="{5654068F-E711-3057-78BF-AA4D7058783D}"/>
              </a:ext>
            </a:extLst>
          </p:cNvPr>
          <p:cNvPicPr>
            <a:picLocks noGrp="1" noChangeAspect="1"/>
          </p:cNvPicPr>
          <p:nvPr>
            <p:ph idx="1"/>
          </p:nvPr>
        </p:nvPicPr>
        <p:blipFill>
          <a:blip r:embed="rId2"/>
          <a:stretch>
            <a:fillRect/>
          </a:stretch>
        </p:blipFill>
        <p:spPr>
          <a:xfrm>
            <a:off x="8800340" y="1814373"/>
            <a:ext cx="2743583" cy="2172003"/>
          </a:xfrm>
          <a:prstGeom prst="rect">
            <a:avLst/>
          </a:prstGeom>
        </p:spPr>
      </p:pic>
      <p:sp>
        <p:nvSpPr>
          <p:cNvPr id="5" name="TextBox 4">
            <a:extLst>
              <a:ext uri="{FF2B5EF4-FFF2-40B4-BE49-F238E27FC236}">
                <a16:creationId xmlns:a16="http://schemas.microsoft.com/office/drawing/2014/main" id="{84617C08-982F-312A-62EC-CE620D31086D}"/>
              </a:ext>
            </a:extLst>
          </p:cNvPr>
          <p:cNvSpPr txBox="1"/>
          <p:nvPr/>
        </p:nvSpPr>
        <p:spPr>
          <a:xfrm>
            <a:off x="973540" y="1690688"/>
            <a:ext cx="6432645" cy="1477328"/>
          </a:xfrm>
          <a:prstGeom prst="rect">
            <a:avLst/>
          </a:prstGeom>
          <a:noFill/>
        </p:spPr>
        <p:txBody>
          <a:bodyPr wrap="square" rtlCol="0">
            <a:spAutoFit/>
          </a:bodyPr>
          <a:lstStyle/>
          <a:p>
            <a:endParaRPr lang="en-US" dirty="0">
              <a:solidFill>
                <a:schemeClr val="bg1"/>
              </a:solidFill>
            </a:endParaRPr>
          </a:p>
          <a:p>
            <a:pPr marL="285750" indent="-285750">
              <a:buFont typeface="Arial" panose="020B0604020202020204" pitchFamily="34" charset="0"/>
              <a:buChar char="•"/>
            </a:pPr>
            <a:r>
              <a:rPr lang="en-US" sz="2400" b="1" dirty="0">
                <a:solidFill>
                  <a:schemeClr val="bg1"/>
                </a:solidFill>
              </a:rPr>
              <a:t>High Cohesion: </a:t>
            </a:r>
            <a:r>
              <a:rPr lang="en-US" sz="2400" dirty="0">
                <a:solidFill>
                  <a:schemeClr val="bg1"/>
                </a:solidFill>
              </a:rPr>
              <a:t>alle </a:t>
            </a:r>
            <a:r>
              <a:rPr lang="en-US" sz="2400" dirty="0" err="1">
                <a:solidFill>
                  <a:schemeClr val="bg1"/>
                </a:solidFill>
              </a:rPr>
              <a:t>methoden</a:t>
            </a:r>
            <a:r>
              <a:rPr lang="en-US" sz="2400" dirty="0">
                <a:solidFill>
                  <a:schemeClr val="bg1"/>
                </a:solidFill>
              </a:rPr>
              <a:t> en data in </a:t>
            </a:r>
            <a:r>
              <a:rPr lang="en-US" sz="2400" dirty="0" err="1">
                <a:solidFill>
                  <a:schemeClr val="bg1"/>
                </a:solidFill>
              </a:rPr>
              <a:t>een</a:t>
            </a:r>
            <a:r>
              <a:rPr lang="en-US" sz="2400" dirty="0">
                <a:solidFill>
                  <a:schemeClr val="bg1"/>
                </a:solidFill>
              </a:rPr>
              <a:t> class </a:t>
            </a:r>
            <a:r>
              <a:rPr lang="en-US" sz="2400" dirty="0" err="1">
                <a:solidFill>
                  <a:schemeClr val="bg1"/>
                </a:solidFill>
              </a:rPr>
              <a:t>moeten</a:t>
            </a:r>
            <a:r>
              <a:rPr lang="en-US" sz="2400" dirty="0">
                <a:solidFill>
                  <a:schemeClr val="bg1"/>
                </a:solidFill>
              </a:rPr>
              <a:t> </a:t>
            </a:r>
            <a:r>
              <a:rPr lang="en-US" sz="2400" dirty="0" err="1">
                <a:solidFill>
                  <a:schemeClr val="bg1"/>
                </a:solidFill>
              </a:rPr>
              <a:t>sterk</a:t>
            </a:r>
            <a:r>
              <a:rPr lang="en-US" sz="2400" dirty="0">
                <a:solidFill>
                  <a:schemeClr val="bg1"/>
                </a:solidFill>
              </a:rPr>
              <a:t> </a:t>
            </a:r>
            <a:r>
              <a:rPr lang="en-US" sz="2400" dirty="0" err="1">
                <a:solidFill>
                  <a:schemeClr val="bg1"/>
                </a:solidFill>
              </a:rPr>
              <a:t>samenhangen</a:t>
            </a:r>
            <a:r>
              <a:rPr lang="en-US" sz="2400" dirty="0">
                <a:solidFill>
                  <a:schemeClr val="bg1"/>
                </a:solidFill>
              </a:rPr>
              <a:t> en </a:t>
            </a:r>
            <a:r>
              <a:rPr lang="en-US" sz="2400" dirty="0" err="1">
                <a:solidFill>
                  <a:schemeClr val="bg1"/>
                </a:solidFill>
              </a:rPr>
              <a:t>een</a:t>
            </a:r>
            <a:r>
              <a:rPr lang="en-US" sz="2400" dirty="0">
                <a:solidFill>
                  <a:schemeClr val="bg1"/>
                </a:solidFill>
              </a:rPr>
              <a:t> </a:t>
            </a:r>
            <a:r>
              <a:rPr lang="en-US" sz="2400" dirty="0" err="1">
                <a:solidFill>
                  <a:schemeClr val="bg1"/>
                </a:solidFill>
              </a:rPr>
              <a:t>taak</a:t>
            </a:r>
            <a:r>
              <a:rPr lang="en-US" sz="2400" dirty="0">
                <a:solidFill>
                  <a:schemeClr val="bg1"/>
                </a:solidFill>
              </a:rPr>
              <a:t> </a:t>
            </a:r>
            <a:r>
              <a:rPr lang="en-US" sz="2400" dirty="0" err="1">
                <a:solidFill>
                  <a:schemeClr val="bg1"/>
                </a:solidFill>
              </a:rPr>
              <a:t>hebben</a:t>
            </a:r>
            <a:endParaRPr lang="en-US" sz="2400" dirty="0">
              <a:solidFill>
                <a:schemeClr val="bg1"/>
              </a:solidFill>
            </a:endParaRPr>
          </a:p>
        </p:txBody>
      </p:sp>
    </p:spTree>
    <p:extLst>
      <p:ext uri="{BB962C8B-B14F-4D97-AF65-F5344CB8AC3E}">
        <p14:creationId xmlns:p14="http://schemas.microsoft.com/office/powerpoint/2010/main" val="403914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6C578-5D3E-D637-439E-BEF6C05DD879}"/>
              </a:ext>
            </a:extLst>
          </p:cNvPr>
          <p:cNvSpPr>
            <a:spLocks noGrp="1"/>
          </p:cNvSpPr>
          <p:nvPr>
            <p:ph type="title"/>
          </p:nvPr>
        </p:nvSpPr>
        <p:spPr/>
        <p:txBody>
          <a:bodyPr/>
          <a:lstStyle/>
          <a:p>
            <a:r>
              <a:rPr lang="en-US" dirty="0">
                <a:solidFill>
                  <a:schemeClr val="bg1"/>
                </a:solidFill>
              </a:rPr>
              <a:t>Het contract:</a:t>
            </a:r>
            <a:endParaRPr lang="en-NL" dirty="0">
              <a:solidFill>
                <a:schemeClr val="bg1"/>
              </a:solidFill>
            </a:endParaRPr>
          </a:p>
        </p:txBody>
      </p:sp>
      <p:pic>
        <p:nvPicPr>
          <p:cNvPr id="5" name="Content Placeholder 4">
            <a:extLst>
              <a:ext uri="{FF2B5EF4-FFF2-40B4-BE49-F238E27FC236}">
                <a16:creationId xmlns:a16="http://schemas.microsoft.com/office/drawing/2014/main" id="{BA443DEB-E520-AE61-403B-98CE70C2557F}"/>
              </a:ext>
            </a:extLst>
          </p:cNvPr>
          <p:cNvPicPr>
            <a:picLocks noGrp="1" noChangeAspect="1"/>
          </p:cNvPicPr>
          <p:nvPr>
            <p:ph idx="1"/>
          </p:nvPr>
        </p:nvPicPr>
        <p:blipFill>
          <a:blip r:embed="rId2"/>
          <a:stretch>
            <a:fillRect/>
          </a:stretch>
        </p:blipFill>
        <p:spPr>
          <a:xfrm>
            <a:off x="756314" y="2118267"/>
            <a:ext cx="10515600" cy="3593184"/>
          </a:xfrm>
          <a:prstGeom prst="rect">
            <a:avLst/>
          </a:prstGeom>
        </p:spPr>
      </p:pic>
    </p:spTree>
    <p:extLst>
      <p:ext uri="{BB962C8B-B14F-4D97-AF65-F5344CB8AC3E}">
        <p14:creationId xmlns:p14="http://schemas.microsoft.com/office/powerpoint/2010/main" val="581252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775A7-B5E6-D4D1-3F79-95F459508B73}"/>
              </a:ext>
            </a:extLst>
          </p:cNvPr>
          <p:cNvSpPr>
            <a:spLocks noGrp="1"/>
          </p:cNvSpPr>
          <p:nvPr>
            <p:ph type="title"/>
          </p:nvPr>
        </p:nvSpPr>
        <p:spPr/>
        <p:txBody>
          <a:bodyPr/>
          <a:lstStyle/>
          <a:p>
            <a:r>
              <a:rPr lang="en-US" dirty="0">
                <a:solidFill>
                  <a:schemeClr val="bg1"/>
                </a:solidFill>
              </a:rPr>
              <a:t>Maar </a:t>
            </a:r>
            <a:r>
              <a:rPr lang="en-US" dirty="0" err="1">
                <a:solidFill>
                  <a:schemeClr val="bg1"/>
                </a:solidFill>
              </a:rPr>
              <a:t>ik</a:t>
            </a:r>
            <a:r>
              <a:rPr lang="en-US" dirty="0">
                <a:solidFill>
                  <a:schemeClr val="bg1"/>
                </a:solidFill>
              </a:rPr>
              <a:t> </a:t>
            </a:r>
            <a:r>
              <a:rPr lang="en-US" dirty="0" err="1">
                <a:solidFill>
                  <a:schemeClr val="bg1"/>
                </a:solidFill>
              </a:rPr>
              <a:t>wil</a:t>
            </a:r>
            <a:r>
              <a:rPr lang="en-US" dirty="0">
                <a:solidFill>
                  <a:schemeClr val="bg1"/>
                </a:solidFill>
              </a:rPr>
              <a:t> </a:t>
            </a:r>
            <a:r>
              <a:rPr lang="en-US" dirty="0" err="1">
                <a:solidFill>
                  <a:schemeClr val="bg1"/>
                </a:solidFill>
              </a:rPr>
              <a:t>alleen</a:t>
            </a:r>
            <a:r>
              <a:rPr lang="en-US" dirty="0">
                <a:solidFill>
                  <a:schemeClr val="bg1"/>
                </a:solidFill>
              </a:rPr>
              <a:t> maar </a:t>
            </a:r>
            <a:r>
              <a:rPr lang="en-US" dirty="0" err="1">
                <a:solidFill>
                  <a:schemeClr val="bg1"/>
                </a:solidFill>
              </a:rPr>
              <a:t>lezen</a:t>
            </a:r>
            <a:r>
              <a:rPr lang="en-US" dirty="0">
                <a:solidFill>
                  <a:schemeClr val="bg1"/>
                </a:solidFill>
              </a:rPr>
              <a:t> en </a:t>
            </a:r>
            <a:r>
              <a:rPr lang="en-US" dirty="0" err="1">
                <a:solidFill>
                  <a:schemeClr val="bg1"/>
                </a:solidFill>
              </a:rPr>
              <a:t>schrijven</a:t>
            </a:r>
            <a:r>
              <a:rPr lang="en-US" dirty="0">
                <a:solidFill>
                  <a:schemeClr val="bg1"/>
                </a:solidFill>
              </a:rPr>
              <a:t>!</a:t>
            </a:r>
            <a:endParaRPr lang="en-NL" dirty="0">
              <a:solidFill>
                <a:schemeClr val="bg1"/>
              </a:solidFill>
            </a:endParaRPr>
          </a:p>
        </p:txBody>
      </p:sp>
      <p:pic>
        <p:nvPicPr>
          <p:cNvPr id="9" name="Content Placeholder 8">
            <a:extLst>
              <a:ext uri="{FF2B5EF4-FFF2-40B4-BE49-F238E27FC236}">
                <a16:creationId xmlns:a16="http://schemas.microsoft.com/office/drawing/2014/main" id="{0FE8346A-FD1F-FB6F-5E63-8081CCAFA7E3}"/>
              </a:ext>
            </a:extLst>
          </p:cNvPr>
          <p:cNvPicPr>
            <a:picLocks noGrp="1" noChangeAspect="1"/>
          </p:cNvPicPr>
          <p:nvPr>
            <p:ph idx="1"/>
          </p:nvPr>
        </p:nvPicPr>
        <p:blipFill>
          <a:blip r:embed="rId2"/>
          <a:stretch>
            <a:fillRect/>
          </a:stretch>
        </p:blipFill>
        <p:spPr>
          <a:xfrm>
            <a:off x="838200" y="1690688"/>
            <a:ext cx="10515600" cy="4286417"/>
          </a:xfrm>
          <a:prstGeom prst="rect">
            <a:avLst/>
          </a:prstGeom>
        </p:spPr>
      </p:pic>
    </p:spTree>
    <p:extLst>
      <p:ext uri="{BB962C8B-B14F-4D97-AF65-F5344CB8AC3E}">
        <p14:creationId xmlns:p14="http://schemas.microsoft.com/office/powerpoint/2010/main" val="543932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A868-D454-9FB7-6638-539E6F77789E}"/>
              </a:ext>
            </a:extLst>
          </p:cNvPr>
          <p:cNvSpPr>
            <a:spLocks noGrp="1"/>
          </p:cNvSpPr>
          <p:nvPr>
            <p:ph type="title"/>
          </p:nvPr>
        </p:nvSpPr>
        <p:spPr/>
        <p:txBody>
          <a:bodyPr/>
          <a:lstStyle/>
          <a:p>
            <a:r>
              <a:rPr lang="en-US" dirty="0">
                <a:solidFill>
                  <a:schemeClr val="bg1"/>
                </a:solidFill>
              </a:rPr>
              <a:t>En wat </a:t>
            </a:r>
            <a:r>
              <a:rPr lang="en-US" dirty="0" err="1">
                <a:solidFill>
                  <a:schemeClr val="bg1"/>
                </a:solidFill>
              </a:rPr>
              <a:t>doen</a:t>
            </a:r>
            <a:r>
              <a:rPr lang="en-US" dirty="0">
                <a:solidFill>
                  <a:schemeClr val="bg1"/>
                </a:solidFill>
              </a:rPr>
              <a:t> we met de </a:t>
            </a:r>
            <a:r>
              <a:rPr lang="en-US" dirty="0" err="1">
                <a:solidFill>
                  <a:schemeClr val="bg1"/>
                </a:solidFill>
              </a:rPr>
              <a:t>andere</a:t>
            </a:r>
            <a:r>
              <a:rPr lang="en-US" dirty="0">
                <a:solidFill>
                  <a:schemeClr val="bg1"/>
                </a:solidFill>
              </a:rPr>
              <a:t> </a:t>
            </a:r>
            <a:r>
              <a:rPr lang="en-US" dirty="0" err="1">
                <a:solidFill>
                  <a:schemeClr val="bg1"/>
                </a:solidFill>
              </a:rPr>
              <a:t>methoden</a:t>
            </a:r>
            <a:r>
              <a:rPr lang="en-US" dirty="0">
                <a:solidFill>
                  <a:schemeClr val="bg1"/>
                </a:solidFill>
              </a:rPr>
              <a:t>?</a:t>
            </a:r>
            <a:endParaRPr lang="en-NL" dirty="0">
              <a:solidFill>
                <a:schemeClr val="bg1"/>
              </a:solidFill>
            </a:endParaRPr>
          </a:p>
        </p:txBody>
      </p:sp>
      <p:sp>
        <p:nvSpPr>
          <p:cNvPr id="4" name="Tijdelijke aanduiding voor inhoud 3">
            <a:extLst>
              <a:ext uri="{FF2B5EF4-FFF2-40B4-BE49-F238E27FC236}">
                <a16:creationId xmlns:a16="http://schemas.microsoft.com/office/drawing/2014/main" id="{0B3A698B-C687-5698-0687-2835264C7F25}"/>
              </a:ext>
            </a:extLst>
          </p:cNvPr>
          <p:cNvSpPr>
            <a:spLocks noGrp="1"/>
          </p:cNvSpPr>
          <p:nvPr>
            <p:ph idx="1"/>
          </p:nvPr>
        </p:nvSpPr>
        <p:spPr/>
        <p:txBody>
          <a:bodyPr/>
          <a:lstStyle/>
          <a:p>
            <a:pPr marL="0" indent="0">
              <a:buNone/>
            </a:pPr>
            <a:r>
              <a:rPr lang="nl-NL" dirty="0"/>
              <a:t> </a:t>
            </a:r>
          </a:p>
        </p:txBody>
      </p:sp>
      <p:pic>
        <p:nvPicPr>
          <p:cNvPr id="7" name="Afbeelding 6">
            <a:extLst>
              <a:ext uri="{FF2B5EF4-FFF2-40B4-BE49-F238E27FC236}">
                <a16:creationId xmlns:a16="http://schemas.microsoft.com/office/drawing/2014/main" id="{79A7F494-3C93-1C7D-723A-A9ECCA575A0A}"/>
              </a:ext>
            </a:extLst>
          </p:cNvPr>
          <p:cNvPicPr>
            <a:picLocks noChangeAspect="1"/>
          </p:cNvPicPr>
          <p:nvPr/>
        </p:nvPicPr>
        <p:blipFill>
          <a:blip r:embed="rId2"/>
          <a:stretch>
            <a:fillRect/>
          </a:stretch>
        </p:blipFill>
        <p:spPr>
          <a:xfrm>
            <a:off x="944592" y="1773310"/>
            <a:ext cx="8912102" cy="4098341"/>
          </a:xfrm>
          <a:prstGeom prst="rect">
            <a:avLst/>
          </a:prstGeom>
        </p:spPr>
      </p:pic>
    </p:spTree>
    <p:extLst>
      <p:ext uri="{BB962C8B-B14F-4D97-AF65-F5344CB8AC3E}">
        <p14:creationId xmlns:p14="http://schemas.microsoft.com/office/powerpoint/2010/main" val="337240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8479-F209-613E-3D18-6F426965718F}"/>
              </a:ext>
            </a:extLst>
          </p:cNvPr>
          <p:cNvSpPr>
            <a:spLocks noGrp="1"/>
          </p:cNvSpPr>
          <p:nvPr>
            <p:ph type="title"/>
          </p:nvPr>
        </p:nvSpPr>
        <p:spPr/>
        <p:txBody>
          <a:bodyPr/>
          <a:lstStyle/>
          <a:p>
            <a:r>
              <a:rPr lang="en-US" dirty="0" err="1">
                <a:solidFill>
                  <a:schemeClr val="bg1"/>
                </a:solidFill>
              </a:rPr>
              <a:t>Oplossing</a:t>
            </a:r>
            <a:r>
              <a:rPr lang="en-US" dirty="0">
                <a:solidFill>
                  <a:schemeClr val="bg1"/>
                </a:solidFill>
              </a:rPr>
              <a:t>: Kleine interfaces</a:t>
            </a:r>
            <a:endParaRPr lang="en-NL" dirty="0">
              <a:solidFill>
                <a:schemeClr val="bg1"/>
              </a:solidFill>
            </a:endParaRPr>
          </a:p>
        </p:txBody>
      </p:sp>
      <p:pic>
        <p:nvPicPr>
          <p:cNvPr id="5" name="Content Placeholder 4">
            <a:extLst>
              <a:ext uri="{FF2B5EF4-FFF2-40B4-BE49-F238E27FC236}">
                <a16:creationId xmlns:a16="http://schemas.microsoft.com/office/drawing/2014/main" id="{C6A80695-282E-A531-2568-6A30C27C23B8}"/>
              </a:ext>
            </a:extLst>
          </p:cNvPr>
          <p:cNvPicPr>
            <a:picLocks noGrp="1" noChangeAspect="1"/>
          </p:cNvPicPr>
          <p:nvPr>
            <p:ph idx="1"/>
          </p:nvPr>
        </p:nvPicPr>
        <p:blipFill>
          <a:blip r:embed="rId2"/>
          <a:stretch>
            <a:fillRect/>
          </a:stretch>
        </p:blipFill>
        <p:spPr>
          <a:xfrm>
            <a:off x="7813952" y="1571366"/>
            <a:ext cx="2619651" cy="2089663"/>
          </a:xfrm>
          <a:prstGeom prst="rect">
            <a:avLst/>
          </a:prstGeom>
        </p:spPr>
      </p:pic>
      <p:pic>
        <p:nvPicPr>
          <p:cNvPr id="9" name="Picture 8">
            <a:extLst>
              <a:ext uri="{FF2B5EF4-FFF2-40B4-BE49-F238E27FC236}">
                <a16:creationId xmlns:a16="http://schemas.microsoft.com/office/drawing/2014/main" id="{B404B5AC-19B0-B903-4A64-06E2FF503B0E}"/>
              </a:ext>
            </a:extLst>
          </p:cNvPr>
          <p:cNvPicPr>
            <a:picLocks noChangeAspect="1"/>
          </p:cNvPicPr>
          <p:nvPr/>
        </p:nvPicPr>
        <p:blipFill>
          <a:blip r:embed="rId3"/>
          <a:stretch>
            <a:fillRect/>
          </a:stretch>
        </p:blipFill>
        <p:spPr>
          <a:xfrm>
            <a:off x="946579" y="1509707"/>
            <a:ext cx="5811061" cy="3658111"/>
          </a:xfrm>
          <a:prstGeom prst="rect">
            <a:avLst/>
          </a:prstGeom>
        </p:spPr>
      </p:pic>
      <p:pic>
        <p:nvPicPr>
          <p:cNvPr id="3" name="Content Placeholder 3">
            <a:extLst>
              <a:ext uri="{FF2B5EF4-FFF2-40B4-BE49-F238E27FC236}">
                <a16:creationId xmlns:a16="http://schemas.microsoft.com/office/drawing/2014/main" id="{24814FB8-3F7C-6023-0FE7-6000F087A1BD}"/>
              </a:ext>
            </a:extLst>
          </p:cNvPr>
          <p:cNvPicPr>
            <a:picLocks noChangeAspect="1"/>
          </p:cNvPicPr>
          <p:nvPr/>
        </p:nvPicPr>
        <p:blipFill>
          <a:blip r:embed="rId4"/>
          <a:stretch>
            <a:fillRect/>
          </a:stretch>
        </p:blipFill>
        <p:spPr>
          <a:xfrm>
            <a:off x="9456262" y="4002523"/>
            <a:ext cx="2351797" cy="1861839"/>
          </a:xfrm>
          <a:prstGeom prst="rect">
            <a:avLst/>
          </a:prstGeom>
        </p:spPr>
      </p:pic>
      <p:sp>
        <p:nvSpPr>
          <p:cNvPr id="4" name="Tekstvak 3">
            <a:extLst>
              <a:ext uri="{FF2B5EF4-FFF2-40B4-BE49-F238E27FC236}">
                <a16:creationId xmlns:a16="http://schemas.microsoft.com/office/drawing/2014/main" id="{F73269F6-CAC0-CD4A-7B53-4CA74EA6B4A0}"/>
              </a:ext>
            </a:extLst>
          </p:cNvPr>
          <p:cNvSpPr txBox="1"/>
          <p:nvPr/>
        </p:nvSpPr>
        <p:spPr>
          <a:xfrm>
            <a:off x="9378058" y="5836524"/>
            <a:ext cx="2346158" cy="369332"/>
          </a:xfrm>
          <a:prstGeom prst="rect">
            <a:avLst/>
          </a:prstGeom>
          <a:noFill/>
        </p:spPr>
        <p:txBody>
          <a:bodyPr wrap="square" rtlCol="0">
            <a:spAutoFit/>
          </a:bodyPr>
          <a:lstStyle/>
          <a:p>
            <a:r>
              <a:rPr lang="nl-NL" dirty="0">
                <a:solidFill>
                  <a:schemeClr val="bg1"/>
                </a:solidFill>
              </a:rPr>
              <a:t>High </a:t>
            </a:r>
            <a:r>
              <a:rPr lang="nl-NL" dirty="0" err="1">
                <a:solidFill>
                  <a:schemeClr val="bg1"/>
                </a:solidFill>
              </a:rPr>
              <a:t>cohesion</a:t>
            </a:r>
            <a:endParaRPr lang="nl-NL" dirty="0">
              <a:solidFill>
                <a:schemeClr val="bg1"/>
              </a:solidFill>
            </a:endParaRPr>
          </a:p>
        </p:txBody>
      </p:sp>
    </p:spTree>
    <p:extLst>
      <p:ext uri="{BB962C8B-B14F-4D97-AF65-F5344CB8AC3E}">
        <p14:creationId xmlns:p14="http://schemas.microsoft.com/office/powerpoint/2010/main" val="1305897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F544-F7D3-6ABF-3569-889BC717B108}"/>
              </a:ext>
            </a:extLst>
          </p:cNvPr>
          <p:cNvSpPr>
            <a:spLocks noGrp="1"/>
          </p:cNvSpPr>
          <p:nvPr>
            <p:ph type="title"/>
          </p:nvPr>
        </p:nvSpPr>
        <p:spPr/>
        <p:txBody>
          <a:bodyPr/>
          <a:lstStyle/>
          <a:p>
            <a:r>
              <a:rPr lang="en-US" dirty="0"/>
              <a:t> </a:t>
            </a:r>
            <a:endParaRPr lang="en-NL" dirty="0"/>
          </a:p>
        </p:txBody>
      </p:sp>
      <p:pic>
        <p:nvPicPr>
          <p:cNvPr id="5" name="Content Placeholder 4">
            <a:extLst>
              <a:ext uri="{FF2B5EF4-FFF2-40B4-BE49-F238E27FC236}">
                <a16:creationId xmlns:a16="http://schemas.microsoft.com/office/drawing/2014/main" id="{A6B7E274-CC38-EF78-18C7-0668E606DE85}"/>
              </a:ext>
            </a:extLst>
          </p:cNvPr>
          <p:cNvPicPr>
            <a:picLocks noGrp="1" noChangeAspect="1"/>
          </p:cNvPicPr>
          <p:nvPr>
            <p:ph idx="1"/>
          </p:nvPr>
        </p:nvPicPr>
        <p:blipFill>
          <a:blip r:embed="rId2"/>
          <a:stretch>
            <a:fillRect/>
          </a:stretch>
        </p:blipFill>
        <p:spPr>
          <a:xfrm>
            <a:off x="501316" y="1386329"/>
            <a:ext cx="8869013" cy="1705213"/>
          </a:xfrm>
          <a:prstGeom prst="rect">
            <a:avLst/>
          </a:prstGeom>
        </p:spPr>
      </p:pic>
      <p:sp>
        <p:nvSpPr>
          <p:cNvPr id="3" name="TextBox 2">
            <a:extLst>
              <a:ext uri="{FF2B5EF4-FFF2-40B4-BE49-F238E27FC236}">
                <a16:creationId xmlns:a16="http://schemas.microsoft.com/office/drawing/2014/main" id="{1419578C-2AE8-F492-9CAE-E12E8B157360}"/>
              </a:ext>
            </a:extLst>
          </p:cNvPr>
          <p:cNvSpPr txBox="1"/>
          <p:nvPr/>
        </p:nvSpPr>
        <p:spPr>
          <a:xfrm>
            <a:off x="1004637" y="493295"/>
            <a:ext cx="4018547" cy="584775"/>
          </a:xfrm>
          <a:prstGeom prst="rect">
            <a:avLst/>
          </a:prstGeom>
          <a:noFill/>
        </p:spPr>
        <p:txBody>
          <a:bodyPr wrap="square" rtlCol="0">
            <a:spAutoFit/>
          </a:bodyPr>
          <a:lstStyle/>
          <a:p>
            <a:r>
              <a:rPr lang="en-US" sz="3200" dirty="0" err="1">
                <a:solidFill>
                  <a:schemeClr val="bg1"/>
                </a:solidFill>
              </a:rPr>
              <a:t>Vraag</a:t>
            </a:r>
            <a:r>
              <a:rPr lang="en-US" sz="3200" dirty="0">
                <a:solidFill>
                  <a:schemeClr val="bg1"/>
                </a:solidFill>
              </a:rPr>
              <a:t> </a:t>
            </a:r>
            <a:r>
              <a:rPr lang="en-US" sz="3200" dirty="0" err="1">
                <a:solidFill>
                  <a:schemeClr val="bg1"/>
                </a:solidFill>
              </a:rPr>
              <a:t>ook</a:t>
            </a:r>
            <a:r>
              <a:rPr lang="en-US" sz="3200" dirty="0">
                <a:solidFill>
                  <a:schemeClr val="bg1"/>
                </a:solidFill>
              </a:rPr>
              <a:t> </a:t>
            </a:r>
            <a:r>
              <a:rPr lang="en-US" sz="3200" dirty="0" err="1">
                <a:solidFill>
                  <a:schemeClr val="bg1"/>
                </a:solidFill>
              </a:rPr>
              <a:t>niet</a:t>
            </a:r>
            <a:r>
              <a:rPr lang="en-US" sz="3200" dirty="0">
                <a:solidFill>
                  <a:schemeClr val="bg1"/>
                </a:solidFill>
              </a:rPr>
              <a:t> </a:t>
            </a:r>
            <a:r>
              <a:rPr lang="en-US" sz="3200" dirty="0" err="1">
                <a:solidFill>
                  <a:schemeClr val="bg1"/>
                </a:solidFill>
              </a:rPr>
              <a:t>te</a:t>
            </a:r>
            <a:r>
              <a:rPr lang="en-US" sz="3200" dirty="0">
                <a:solidFill>
                  <a:schemeClr val="bg1"/>
                </a:solidFill>
              </a:rPr>
              <a:t> </a:t>
            </a:r>
            <a:r>
              <a:rPr lang="en-US" sz="3200" dirty="0" err="1">
                <a:solidFill>
                  <a:schemeClr val="bg1"/>
                </a:solidFill>
              </a:rPr>
              <a:t>veel</a:t>
            </a:r>
            <a:endParaRPr lang="en-NL" sz="3200" dirty="0">
              <a:solidFill>
                <a:schemeClr val="bg1"/>
              </a:solidFill>
            </a:endParaRPr>
          </a:p>
        </p:txBody>
      </p:sp>
      <p:pic>
        <p:nvPicPr>
          <p:cNvPr id="4" name="Content Placeholder 4">
            <a:extLst>
              <a:ext uri="{FF2B5EF4-FFF2-40B4-BE49-F238E27FC236}">
                <a16:creationId xmlns:a16="http://schemas.microsoft.com/office/drawing/2014/main" id="{D142133B-13BD-A3C9-DA38-DFD8C6202C85}"/>
              </a:ext>
            </a:extLst>
          </p:cNvPr>
          <p:cNvPicPr>
            <a:picLocks noChangeAspect="1"/>
          </p:cNvPicPr>
          <p:nvPr/>
        </p:nvPicPr>
        <p:blipFill>
          <a:blip r:embed="rId3"/>
          <a:stretch>
            <a:fillRect/>
          </a:stretch>
        </p:blipFill>
        <p:spPr>
          <a:xfrm>
            <a:off x="7024997" y="3262472"/>
            <a:ext cx="5090804" cy="3313942"/>
          </a:xfrm>
          <a:prstGeom prst="rect">
            <a:avLst/>
          </a:prstGeom>
        </p:spPr>
      </p:pic>
      <p:sp>
        <p:nvSpPr>
          <p:cNvPr id="7" name="TextBox 6">
            <a:extLst>
              <a:ext uri="{FF2B5EF4-FFF2-40B4-BE49-F238E27FC236}">
                <a16:creationId xmlns:a16="http://schemas.microsoft.com/office/drawing/2014/main" id="{46C3CC6C-ADD4-1490-5AF0-6D707D001AC0}"/>
              </a:ext>
            </a:extLst>
          </p:cNvPr>
          <p:cNvSpPr txBox="1"/>
          <p:nvPr/>
        </p:nvSpPr>
        <p:spPr>
          <a:xfrm>
            <a:off x="1251284" y="3627521"/>
            <a:ext cx="3826042" cy="830997"/>
          </a:xfrm>
          <a:prstGeom prst="rect">
            <a:avLst/>
          </a:prstGeom>
          <a:noFill/>
        </p:spPr>
        <p:txBody>
          <a:bodyPr wrap="square" rtlCol="0">
            <a:spAutoFit/>
          </a:bodyPr>
          <a:lstStyle/>
          <a:p>
            <a:r>
              <a:rPr lang="en-US" sz="2400" dirty="0">
                <a:solidFill>
                  <a:schemeClr val="bg1"/>
                </a:solidFill>
              </a:rPr>
              <a:t>We </a:t>
            </a:r>
            <a:r>
              <a:rPr lang="en-US" sz="2400" dirty="0" err="1">
                <a:solidFill>
                  <a:schemeClr val="bg1"/>
                </a:solidFill>
              </a:rPr>
              <a:t>gebruiken</a:t>
            </a:r>
            <a:r>
              <a:rPr lang="en-US" sz="2400" dirty="0">
                <a:solidFill>
                  <a:schemeClr val="bg1"/>
                </a:solidFill>
              </a:rPr>
              <a:t> maar 1 property!</a:t>
            </a:r>
            <a:endParaRPr lang="en-NL" sz="2400" dirty="0">
              <a:solidFill>
                <a:schemeClr val="bg1"/>
              </a:solidFill>
            </a:endParaRPr>
          </a:p>
        </p:txBody>
      </p:sp>
    </p:spTree>
    <p:extLst>
      <p:ext uri="{BB962C8B-B14F-4D97-AF65-F5344CB8AC3E}">
        <p14:creationId xmlns:p14="http://schemas.microsoft.com/office/powerpoint/2010/main" val="2586947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CF361-2851-9D65-CD58-6F30DF5525D1}"/>
              </a:ext>
            </a:extLst>
          </p:cNvPr>
          <p:cNvSpPr>
            <a:spLocks noGrp="1"/>
          </p:cNvSpPr>
          <p:nvPr>
            <p:ph type="title"/>
          </p:nvPr>
        </p:nvSpPr>
        <p:spPr/>
        <p:txBody>
          <a:bodyPr/>
          <a:lstStyle/>
          <a:p>
            <a:r>
              <a:rPr lang="en-US" dirty="0" err="1">
                <a:solidFill>
                  <a:schemeClr val="bg1"/>
                </a:solidFill>
              </a:rPr>
              <a:t>Waarom</a:t>
            </a:r>
            <a:r>
              <a:rPr lang="en-US" dirty="0">
                <a:solidFill>
                  <a:schemeClr val="bg1"/>
                </a:solidFill>
              </a:rPr>
              <a:t> </a:t>
            </a:r>
            <a:r>
              <a:rPr lang="en-US" dirty="0" err="1">
                <a:solidFill>
                  <a:schemeClr val="bg1"/>
                </a:solidFill>
              </a:rPr>
              <a:t>niet</a:t>
            </a:r>
            <a:r>
              <a:rPr lang="en-US" dirty="0">
                <a:solidFill>
                  <a:schemeClr val="bg1"/>
                </a:solidFill>
              </a:rPr>
              <a:t> zo?</a:t>
            </a:r>
            <a:endParaRPr lang="en-NL" dirty="0">
              <a:solidFill>
                <a:schemeClr val="bg1"/>
              </a:solidFill>
            </a:endParaRPr>
          </a:p>
        </p:txBody>
      </p:sp>
      <p:pic>
        <p:nvPicPr>
          <p:cNvPr id="5" name="Content Placeholder 4">
            <a:extLst>
              <a:ext uri="{FF2B5EF4-FFF2-40B4-BE49-F238E27FC236}">
                <a16:creationId xmlns:a16="http://schemas.microsoft.com/office/drawing/2014/main" id="{76FE5628-B1BC-B34C-C949-733A8A550EC8}"/>
              </a:ext>
            </a:extLst>
          </p:cNvPr>
          <p:cNvPicPr>
            <a:picLocks noGrp="1" noChangeAspect="1"/>
          </p:cNvPicPr>
          <p:nvPr>
            <p:ph idx="1"/>
          </p:nvPr>
        </p:nvPicPr>
        <p:blipFill>
          <a:blip r:embed="rId2"/>
          <a:stretch>
            <a:fillRect/>
          </a:stretch>
        </p:blipFill>
        <p:spPr>
          <a:xfrm>
            <a:off x="7319473" y="617065"/>
            <a:ext cx="4677186" cy="4351338"/>
          </a:xfrm>
          <a:prstGeom prst="rect">
            <a:avLst/>
          </a:prstGeom>
        </p:spPr>
      </p:pic>
      <p:pic>
        <p:nvPicPr>
          <p:cNvPr id="7" name="Picture 6">
            <a:extLst>
              <a:ext uri="{FF2B5EF4-FFF2-40B4-BE49-F238E27FC236}">
                <a16:creationId xmlns:a16="http://schemas.microsoft.com/office/drawing/2014/main" id="{427A860F-CC3D-E13A-76D1-28CF41DC493B}"/>
              </a:ext>
            </a:extLst>
          </p:cNvPr>
          <p:cNvPicPr>
            <a:picLocks noChangeAspect="1"/>
          </p:cNvPicPr>
          <p:nvPr/>
        </p:nvPicPr>
        <p:blipFill>
          <a:blip r:embed="rId3"/>
          <a:stretch>
            <a:fillRect/>
          </a:stretch>
        </p:blipFill>
        <p:spPr>
          <a:xfrm>
            <a:off x="495146" y="5032349"/>
            <a:ext cx="10364646" cy="1733792"/>
          </a:xfrm>
          <a:prstGeom prst="rect">
            <a:avLst/>
          </a:prstGeom>
        </p:spPr>
      </p:pic>
    </p:spTree>
    <p:extLst>
      <p:ext uri="{BB962C8B-B14F-4D97-AF65-F5344CB8AC3E}">
        <p14:creationId xmlns:p14="http://schemas.microsoft.com/office/powerpoint/2010/main" val="1454754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0CCF2-3348-493A-8DE2-160AAF65A1C6}"/>
              </a:ext>
            </a:extLst>
          </p:cNvPr>
          <p:cNvSpPr>
            <a:spLocks noGrp="1"/>
          </p:cNvSpPr>
          <p:nvPr>
            <p:ph type="title"/>
          </p:nvPr>
        </p:nvSpPr>
        <p:spPr/>
        <p:txBody>
          <a:bodyPr/>
          <a:lstStyle/>
          <a:p>
            <a:r>
              <a:rPr lang="en-US" dirty="0">
                <a:solidFill>
                  <a:schemeClr val="bg1"/>
                </a:solidFill>
              </a:rPr>
              <a:t>Zo </a:t>
            </a:r>
            <a:r>
              <a:rPr lang="en-US" dirty="0" err="1">
                <a:solidFill>
                  <a:schemeClr val="bg1"/>
                </a:solidFill>
              </a:rPr>
              <a:t>zien</a:t>
            </a:r>
            <a:r>
              <a:rPr lang="en-US" dirty="0">
                <a:solidFill>
                  <a:schemeClr val="bg1"/>
                </a:solidFill>
              </a:rPr>
              <a:t> we </a:t>
            </a:r>
            <a:r>
              <a:rPr lang="en-US" dirty="0" err="1">
                <a:solidFill>
                  <a:schemeClr val="bg1"/>
                </a:solidFill>
              </a:rPr>
              <a:t>dat</a:t>
            </a:r>
            <a:r>
              <a:rPr lang="en-US" dirty="0">
                <a:solidFill>
                  <a:schemeClr val="bg1"/>
                </a:solidFill>
              </a:rPr>
              <a:t> </a:t>
            </a:r>
            <a:r>
              <a:rPr lang="en-US" dirty="0" err="1">
                <a:solidFill>
                  <a:schemeClr val="bg1"/>
                </a:solidFill>
              </a:rPr>
              <a:t>ook</a:t>
            </a:r>
            <a:r>
              <a:rPr lang="en-US" dirty="0">
                <a:solidFill>
                  <a:schemeClr val="bg1"/>
                </a:solidFill>
              </a:rPr>
              <a:t> </a:t>
            </a:r>
            <a:r>
              <a:rPr lang="en-US" dirty="0" err="1">
                <a:solidFill>
                  <a:schemeClr val="bg1"/>
                </a:solidFill>
              </a:rPr>
              <a:t>bij</a:t>
            </a:r>
            <a:r>
              <a:rPr lang="en-US" dirty="0">
                <a:solidFill>
                  <a:schemeClr val="bg1"/>
                </a:solidFill>
              </a:rPr>
              <a:t> Microsoft</a:t>
            </a:r>
            <a:endParaRPr lang="en-NL" dirty="0">
              <a:solidFill>
                <a:schemeClr val="bg1"/>
              </a:solidFill>
            </a:endParaRPr>
          </a:p>
        </p:txBody>
      </p:sp>
      <p:pic>
        <p:nvPicPr>
          <p:cNvPr id="5" name="Content Placeholder 4">
            <a:extLst>
              <a:ext uri="{FF2B5EF4-FFF2-40B4-BE49-F238E27FC236}">
                <a16:creationId xmlns:a16="http://schemas.microsoft.com/office/drawing/2014/main" id="{CCC5C4EF-5463-A7FA-2F8F-4B1D01D24187}"/>
              </a:ext>
            </a:extLst>
          </p:cNvPr>
          <p:cNvPicPr>
            <a:picLocks noGrp="1" noChangeAspect="1"/>
          </p:cNvPicPr>
          <p:nvPr>
            <p:ph idx="1"/>
          </p:nvPr>
        </p:nvPicPr>
        <p:blipFill>
          <a:blip r:embed="rId2"/>
          <a:stretch>
            <a:fillRect/>
          </a:stretch>
        </p:blipFill>
        <p:spPr>
          <a:xfrm>
            <a:off x="838200" y="1690688"/>
            <a:ext cx="7602011" cy="1638529"/>
          </a:xfrm>
          <a:prstGeom prst="rect">
            <a:avLst/>
          </a:prstGeom>
        </p:spPr>
      </p:pic>
      <p:pic>
        <p:nvPicPr>
          <p:cNvPr id="7" name="Picture 6">
            <a:extLst>
              <a:ext uri="{FF2B5EF4-FFF2-40B4-BE49-F238E27FC236}">
                <a16:creationId xmlns:a16="http://schemas.microsoft.com/office/drawing/2014/main" id="{B3CF0876-1332-0A63-64A9-EE46738D8575}"/>
              </a:ext>
            </a:extLst>
          </p:cNvPr>
          <p:cNvPicPr>
            <a:picLocks noChangeAspect="1"/>
          </p:cNvPicPr>
          <p:nvPr/>
        </p:nvPicPr>
        <p:blipFill>
          <a:blip r:embed="rId3"/>
          <a:stretch>
            <a:fillRect/>
          </a:stretch>
        </p:blipFill>
        <p:spPr>
          <a:xfrm>
            <a:off x="838200" y="3657308"/>
            <a:ext cx="10515600" cy="2602627"/>
          </a:xfrm>
          <a:prstGeom prst="rect">
            <a:avLst/>
          </a:prstGeom>
        </p:spPr>
      </p:pic>
    </p:spTree>
    <p:extLst>
      <p:ext uri="{BB962C8B-B14F-4D97-AF65-F5344CB8AC3E}">
        <p14:creationId xmlns:p14="http://schemas.microsoft.com/office/powerpoint/2010/main" val="1891639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C7CA-AD84-BD20-8864-4C6FA3E39783}"/>
              </a:ext>
            </a:extLst>
          </p:cNvPr>
          <p:cNvSpPr>
            <a:spLocks noGrp="1"/>
          </p:cNvSpPr>
          <p:nvPr>
            <p:ph type="title"/>
          </p:nvPr>
        </p:nvSpPr>
        <p:spPr/>
        <p:txBody>
          <a:bodyPr/>
          <a:lstStyle/>
          <a:p>
            <a:r>
              <a:rPr lang="en-US" b="1" dirty="0">
                <a:solidFill>
                  <a:schemeClr val="bg1"/>
                </a:solidFill>
              </a:rPr>
              <a:t>Meer </a:t>
            </a:r>
            <a:r>
              <a:rPr lang="en-US" b="1" dirty="0" err="1">
                <a:solidFill>
                  <a:schemeClr val="bg1"/>
                </a:solidFill>
              </a:rPr>
              <a:t>heb</a:t>
            </a:r>
            <a:r>
              <a:rPr lang="en-US" b="1" dirty="0">
                <a:solidFill>
                  <a:schemeClr val="bg1"/>
                </a:solidFill>
              </a:rPr>
              <a:t> je </a:t>
            </a:r>
            <a:r>
              <a:rPr lang="en-US" b="1" dirty="0" err="1">
                <a:solidFill>
                  <a:schemeClr val="bg1"/>
                </a:solidFill>
              </a:rPr>
              <a:t>niet</a:t>
            </a:r>
            <a:r>
              <a:rPr lang="en-US" b="1" dirty="0">
                <a:solidFill>
                  <a:schemeClr val="bg1"/>
                </a:solidFill>
              </a:rPr>
              <a:t> </a:t>
            </a:r>
            <a:r>
              <a:rPr lang="en-US" b="1" dirty="0" err="1">
                <a:solidFill>
                  <a:schemeClr val="bg1"/>
                </a:solidFill>
              </a:rPr>
              <a:t>nodig</a:t>
            </a:r>
            <a:r>
              <a:rPr lang="en-US" b="1" dirty="0">
                <a:solidFill>
                  <a:schemeClr val="bg1"/>
                </a:solidFill>
              </a:rPr>
              <a:t>!</a:t>
            </a:r>
            <a:endParaRPr lang="en-NL" b="1" dirty="0">
              <a:solidFill>
                <a:schemeClr val="bg1"/>
              </a:solidFill>
            </a:endParaRPr>
          </a:p>
        </p:txBody>
      </p:sp>
      <p:pic>
        <p:nvPicPr>
          <p:cNvPr id="5" name="Content Placeholder 4">
            <a:extLst>
              <a:ext uri="{FF2B5EF4-FFF2-40B4-BE49-F238E27FC236}">
                <a16:creationId xmlns:a16="http://schemas.microsoft.com/office/drawing/2014/main" id="{4EB2B6FA-9975-C6EA-F0FD-ED39EA43E0E0}"/>
              </a:ext>
            </a:extLst>
          </p:cNvPr>
          <p:cNvPicPr>
            <a:picLocks noGrp="1" noChangeAspect="1"/>
          </p:cNvPicPr>
          <p:nvPr>
            <p:ph idx="1"/>
          </p:nvPr>
        </p:nvPicPr>
        <p:blipFill>
          <a:blip r:embed="rId2"/>
          <a:stretch>
            <a:fillRect/>
          </a:stretch>
        </p:blipFill>
        <p:spPr>
          <a:xfrm>
            <a:off x="946971" y="1966652"/>
            <a:ext cx="9169844" cy="4351338"/>
          </a:xfrm>
          <a:prstGeom prst="rect">
            <a:avLst/>
          </a:prstGeom>
        </p:spPr>
      </p:pic>
    </p:spTree>
    <p:extLst>
      <p:ext uri="{BB962C8B-B14F-4D97-AF65-F5344CB8AC3E}">
        <p14:creationId xmlns:p14="http://schemas.microsoft.com/office/powerpoint/2010/main" val="686734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DE6A0C-92D2-C23B-C226-52CA601126A1}"/>
              </a:ext>
            </a:extLst>
          </p:cNvPr>
          <p:cNvSpPr>
            <a:spLocks noGrp="1"/>
          </p:cNvSpPr>
          <p:nvPr>
            <p:ph type="title"/>
          </p:nvPr>
        </p:nvSpPr>
        <p:spPr/>
        <p:txBody>
          <a:bodyPr/>
          <a:lstStyle/>
          <a:p>
            <a:r>
              <a:rPr lang="nl-NL" dirty="0">
                <a:solidFill>
                  <a:schemeClr val="bg1"/>
                </a:solidFill>
              </a:rPr>
              <a:t>Oefening</a:t>
            </a:r>
            <a:endParaRPr lang="nl-NL" dirty="0"/>
          </a:p>
        </p:txBody>
      </p:sp>
      <p:sp>
        <p:nvSpPr>
          <p:cNvPr id="3" name="Tijdelijke aanduiding voor inhoud 2">
            <a:extLst>
              <a:ext uri="{FF2B5EF4-FFF2-40B4-BE49-F238E27FC236}">
                <a16:creationId xmlns:a16="http://schemas.microsoft.com/office/drawing/2014/main" id="{47ACE0DD-AD88-3611-B856-CCAA469488EE}"/>
              </a:ext>
            </a:extLst>
          </p:cNvPr>
          <p:cNvSpPr>
            <a:spLocks noGrp="1"/>
          </p:cNvSpPr>
          <p:nvPr>
            <p:ph idx="1"/>
          </p:nvPr>
        </p:nvSpPr>
        <p:spPr/>
        <p:txBody>
          <a:bodyPr/>
          <a:lstStyle/>
          <a:p>
            <a:pPr marL="0" indent="0">
              <a:buNone/>
            </a:pPr>
            <a:r>
              <a:rPr lang="nl-NL" dirty="0"/>
              <a:t> </a:t>
            </a:r>
          </a:p>
        </p:txBody>
      </p:sp>
    </p:spTree>
    <p:extLst>
      <p:ext uri="{BB962C8B-B14F-4D97-AF65-F5344CB8AC3E}">
        <p14:creationId xmlns:p14="http://schemas.microsoft.com/office/powerpoint/2010/main" val="4158490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9DA9-E713-8C12-866B-B083F48AA095}"/>
              </a:ext>
            </a:extLst>
          </p:cNvPr>
          <p:cNvSpPr>
            <a:spLocks noGrp="1"/>
          </p:cNvSpPr>
          <p:nvPr>
            <p:ph type="title"/>
          </p:nvPr>
        </p:nvSpPr>
        <p:spPr/>
        <p:txBody>
          <a:bodyPr/>
          <a:lstStyle/>
          <a:p>
            <a:r>
              <a:rPr lang="en-US" b="1" dirty="0" err="1">
                <a:solidFill>
                  <a:schemeClr val="bg1"/>
                </a:solidFill>
              </a:rPr>
              <a:t>Liskov</a:t>
            </a:r>
            <a:r>
              <a:rPr lang="en-US" b="1" dirty="0">
                <a:solidFill>
                  <a:schemeClr val="bg1"/>
                </a:solidFill>
              </a:rPr>
              <a:t> substitution principle</a:t>
            </a:r>
            <a:endParaRPr lang="en-NL" dirty="0">
              <a:solidFill>
                <a:schemeClr val="bg1"/>
              </a:solidFill>
            </a:endParaRPr>
          </a:p>
        </p:txBody>
      </p:sp>
      <p:sp>
        <p:nvSpPr>
          <p:cNvPr id="3" name="Content Placeholder 2">
            <a:extLst>
              <a:ext uri="{FF2B5EF4-FFF2-40B4-BE49-F238E27FC236}">
                <a16:creationId xmlns:a16="http://schemas.microsoft.com/office/drawing/2014/main" id="{FB065DE5-2CC7-EF53-8FF1-EB15011E7F51}"/>
              </a:ext>
            </a:extLst>
          </p:cNvPr>
          <p:cNvSpPr>
            <a:spLocks noGrp="1"/>
          </p:cNvSpPr>
          <p:nvPr>
            <p:ph idx="1"/>
          </p:nvPr>
        </p:nvSpPr>
        <p:spPr/>
        <p:txBody>
          <a:bodyPr/>
          <a:lstStyle/>
          <a:p>
            <a:pPr marL="0" indent="0">
              <a:buNone/>
            </a:pPr>
            <a:r>
              <a:rPr lang="en-US" dirty="0">
                <a:solidFill>
                  <a:schemeClr val="bg1"/>
                </a:solidFill>
              </a:rPr>
              <a:t>“</a:t>
            </a:r>
            <a:r>
              <a:rPr lang="nl-NL" dirty="0">
                <a:solidFill>
                  <a:schemeClr val="bg1"/>
                </a:solidFill>
              </a:rPr>
              <a:t>Subtypes moeten zonder problemen overal gebruikt kunnen worden waar hun basistype wordt verwacht, zonder dat het gedrag van het programma verandert.</a:t>
            </a:r>
            <a:r>
              <a:rPr lang="en-US" dirty="0">
                <a:solidFill>
                  <a:schemeClr val="bg1"/>
                </a:solidFill>
              </a:rPr>
              <a:t>”</a:t>
            </a:r>
            <a:endParaRPr lang="en-NL" dirty="0">
              <a:solidFill>
                <a:schemeClr val="bg1"/>
              </a:solidFill>
            </a:endParaRPr>
          </a:p>
        </p:txBody>
      </p:sp>
      <p:pic>
        <p:nvPicPr>
          <p:cNvPr id="5" name="Picture 4">
            <a:extLst>
              <a:ext uri="{FF2B5EF4-FFF2-40B4-BE49-F238E27FC236}">
                <a16:creationId xmlns:a16="http://schemas.microsoft.com/office/drawing/2014/main" id="{A222F1EF-E6BD-490F-E0B2-50548125B84F}"/>
              </a:ext>
            </a:extLst>
          </p:cNvPr>
          <p:cNvPicPr>
            <a:picLocks noChangeAspect="1"/>
          </p:cNvPicPr>
          <p:nvPr/>
        </p:nvPicPr>
        <p:blipFill>
          <a:blip r:embed="rId2"/>
          <a:stretch>
            <a:fillRect/>
          </a:stretch>
        </p:blipFill>
        <p:spPr>
          <a:xfrm>
            <a:off x="8048326" y="2758768"/>
            <a:ext cx="3394374" cy="3484891"/>
          </a:xfrm>
          <a:prstGeom prst="rect">
            <a:avLst/>
          </a:prstGeom>
        </p:spPr>
      </p:pic>
      <p:pic>
        <p:nvPicPr>
          <p:cNvPr id="7" name="Picture 6">
            <a:extLst>
              <a:ext uri="{FF2B5EF4-FFF2-40B4-BE49-F238E27FC236}">
                <a16:creationId xmlns:a16="http://schemas.microsoft.com/office/drawing/2014/main" id="{B7250636-2AA7-9457-57E6-51142078A533}"/>
              </a:ext>
            </a:extLst>
          </p:cNvPr>
          <p:cNvPicPr>
            <a:picLocks noChangeAspect="1"/>
          </p:cNvPicPr>
          <p:nvPr/>
        </p:nvPicPr>
        <p:blipFill>
          <a:blip r:embed="rId3"/>
          <a:stretch>
            <a:fillRect/>
          </a:stretch>
        </p:blipFill>
        <p:spPr>
          <a:xfrm>
            <a:off x="1723726" y="3328800"/>
            <a:ext cx="4286848" cy="2676899"/>
          </a:xfrm>
          <a:prstGeom prst="rect">
            <a:avLst/>
          </a:prstGeom>
        </p:spPr>
      </p:pic>
    </p:spTree>
    <p:extLst>
      <p:ext uri="{BB962C8B-B14F-4D97-AF65-F5344CB8AC3E}">
        <p14:creationId xmlns:p14="http://schemas.microsoft.com/office/powerpoint/2010/main" val="3861209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D2FBA-DB89-094D-8A30-E7087BFAB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234E6-BD8A-AEB7-B570-2C5906B80ACC}"/>
              </a:ext>
            </a:extLst>
          </p:cNvPr>
          <p:cNvSpPr>
            <a:spLocks noGrp="1"/>
          </p:cNvSpPr>
          <p:nvPr>
            <p:ph type="title"/>
          </p:nvPr>
        </p:nvSpPr>
        <p:spPr/>
        <p:txBody>
          <a:bodyPr/>
          <a:lstStyle/>
          <a:p>
            <a:r>
              <a:rPr lang="en-US" b="1" dirty="0" err="1">
                <a:solidFill>
                  <a:schemeClr val="bg1"/>
                </a:solidFill>
              </a:rPr>
              <a:t>Relatie</a:t>
            </a:r>
            <a:r>
              <a:rPr lang="en-US" b="1" dirty="0">
                <a:solidFill>
                  <a:schemeClr val="bg1"/>
                </a:solidFill>
              </a:rPr>
              <a:t> met GRASP-principes</a:t>
            </a:r>
            <a:endParaRPr lang="en-NL" b="1" dirty="0">
              <a:solidFill>
                <a:schemeClr val="bg1"/>
              </a:solidFill>
            </a:endParaRPr>
          </a:p>
        </p:txBody>
      </p:sp>
      <p:pic>
        <p:nvPicPr>
          <p:cNvPr id="4" name="Content Placeholder 3">
            <a:extLst>
              <a:ext uri="{FF2B5EF4-FFF2-40B4-BE49-F238E27FC236}">
                <a16:creationId xmlns:a16="http://schemas.microsoft.com/office/drawing/2014/main" id="{8EAFB0F0-F3D2-4D30-2FF9-68722BD05A76}"/>
              </a:ext>
            </a:extLst>
          </p:cNvPr>
          <p:cNvPicPr>
            <a:picLocks noGrp="1" noChangeAspect="1"/>
          </p:cNvPicPr>
          <p:nvPr>
            <p:ph idx="1"/>
          </p:nvPr>
        </p:nvPicPr>
        <p:blipFill>
          <a:blip r:embed="rId2"/>
          <a:stretch>
            <a:fillRect/>
          </a:stretch>
        </p:blipFill>
        <p:spPr>
          <a:xfrm>
            <a:off x="8800340" y="1814373"/>
            <a:ext cx="2743583" cy="2172003"/>
          </a:xfrm>
          <a:prstGeom prst="rect">
            <a:avLst/>
          </a:prstGeom>
        </p:spPr>
      </p:pic>
      <p:sp>
        <p:nvSpPr>
          <p:cNvPr id="5" name="TextBox 4">
            <a:extLst>
              <a:ext uri="{FF2B5EF4-FFF2-40B4-BE49-F238E27FC236}">
                <a16:creationId xmlns:a16="http://schemas.microsoft.com/office/drawing/2014/main" id="{D2A19974-51DC-A0DA-2E51-985CBDC48BD8}"/>
              </a:ext>
            </a:extLst>
          </p:cNvPr>
          <p:cNvSpPr txBox="1"/>
          <p:nvPr/>
        </p:nvSpPr>
        <p:spPr>
          <a:xfrm>
            <a:off x="973540" y="1690688"/>
            <a:ext cx="6432645" cy="4801314"/>
          </a:xfrm>
          <a:prstGeom prst="rect">
            <a:avLst/>
          </a:prstGeom>
          <a:noFill/>
        </p:spPr>
        <p:txBody>
          <a:bodyPr wrap="square" rtlCol="0">
            <a:spAutoFit/>
          </a:bodyPr>
          <a:lstStyle/>
          <a:p>
            <a:endParaRPr lang="en-US" dirty="0">
              <a:solidFill>
                <a:schemeClr val="bg1"/>
              </a:solidFill>
            </a:endParaRPr>
          </a:p>
          <a:p>
            <a:pPr marL="285750" indent="-285750">
              <a:buFont typeface="Arial" panose="020B0604020202020204" pitchFamily="34" charset="0"/>
              <a:buChar char="•"/>
            </a:pPr>
            <a:r>
              <a:rPr lang="en-US" sz="2400" b="1" dirty="0">
                <a:solidFill>
                  <a:schemeClr val="bg1"/>
                </a:solidFill>
              </a:rPr>
              <a:t>High Cohesion: </a:t>
            </a:r>
            <a:r>
              <a:rPr lang="en-US" sz="2400" dirty="0">
                <a:solidFill>
                  <a:schemeClr val="bg1"/>
                </a:solidFill>
              </a:rPr>
              <a:t>alle </a:t>
            </a:r>
            <a:r>
              <a:rPr lang="en-US" sz="2400" dirty="0" err="1">
                <a:solidFill>
                  <a:schemeClr val="bg1"/>
                </a:solidFill>
              </a:rPr>
              <a:t>methoden</a:t>
            </a:r>
            <a:r>
              <a:rPr lang="en-US" sz="2400" dirty="0">
                <a:solidFill>
                  <a:schemeClr val="bg1"/>
                </a:solidFill>
              </a:rPr>
              <a:t> en data in </a:t>
            </a:r>
            <a:r>
              <a:rPr lang="en-US" sz="2400" dirty="0" err="1">
                <a:solidFill>
                  <a:schemeClr val="bg1"/>
                </a:solidFill>
              </a:rPr>
              <a:t>een</a:t>
            </a:r>
            <a:r>
              <a:rPr lang="en-US" sz="2400" dirty="0">
                <a:solidFill>
                  <a:schemeClr val="bg1"/>
                </a:solidFill>
              </a:rPr>
              <a:t> class </a:t>
            </a:r>
            <a:r>
              <a:rPr lang="en-US" sz="2400" dirty="0" err="1">
                <a:solidFill>
                  <a:schemeClr val="bg1"/>
                </a:solidFill>
              </a:rPr>
              <a:t>moeten</a:t>
            </a:r>
            <a:r>
              <a:rPr lang="en-US" sz="2400" dirty="0">
                <a:solidFill>
                  <a:schemeClr val="bg1"/>
                </a:solidFill>
              </a:rPr>
              <a:t> </a:t>
            </a:r>
            <a:r>
              <a:rPr lang="en-US" sz="2400" dirty="0" err="1">
                <a:solidFill>
                  <a:schemeClr val="bg1"/>
                </a:solidFill>
              </a:rPr>
              <a:t>sterk</a:t>
            </a:r>
            <a:r>
              <a:rPr lang="en-US" sz="2400" dirty="0">
                <a:solidFill>
                  <a:schemeClr val="bg1"/>
                </a:solidFill>
              </a:rPr>
              <a:t> </a:t>
            </a:r>
            <a:r>
              <a:rPr lang="en-US" sz="2400" dirty="0" err="1">
                <a:solidFill>
                  <a:schemeClr val="bg1"/>
                </a:solidFill>
              </a:rPr>
              <a:t>samenhangen</a:t>
            </a:r>
            <a:r>
              <a:rPr lang="en-US" sz="2400" dirty="0">
                <a:solidFill>
                  <a:schemeClr val="bg1"/>
                </a:solidFill>
              </a:rPr>
              <a:t> en </a:t>
            </a:r>
            <a:r>
              <a:rPr lang="en-US" sz="2400" dirty="0" err="1">
                <a:solidFill>
                  <a:schemeClr val="bg1"/>
                </a:solidFill>
              </a:rPr>
              <a:t>een</a:t>
            </a:r>
            <a:r>
              <a:rPr lang="en-US" sz="2400" dirty="0">
                <a:solidFill>
                  <a:schemeClr val="bg1"/>
                </a:solidFill>
              </a:rPr>
              <a:t> </a:t>
            </a:r>
            <a:r>
              <a:rPr lang="en-US" sz="2400" dirty="0" err="1">
                <a:solidFill>
                  <a:schemeClr val="bg1"/>
                </a:solidFill>
              </a:rPr>
              <a:t>taak</a:t>
            </a:r>
            <a:r>
              <a:rPr lang="en-US" sz="2400" dirty="0">
                <a:solidFill>
                  <a:schemeClr val="bg1"/>
                </a:solidFill>
              </a:rPr>
              <a:t> </a:t>
            </a:r>
            <a:r>
              <a:rPr lang="en-US" sz="2400" dirty="0" err="1">
                <a:solidFill>
                  <a:schemeClr val="bg1"/>
                </a:solidFill>
              </a:rPr>
              <a:t>hebben</a:t>
            </a:r>
            <a:endParaRPr lang="en-US" sz="2400" dirty="0">
              <a:solidFill>
                <a:schemeClr val="bg1"/>
              </a:solidFill>
            </a:endParaRPr>
          </a:p>
          <a:p>
            <a:pPr marL="285750" indent="-285750">
              <a:buFont typeface="Arial" panose="020B0604020202020204" pitchFamily="34" charset="0"/>
              <a:buChar char="•"/>
            </a:pPr>
            <a:endParaRPr lang="en-US" sz="2400" dirty="0">
              <a:solidFill>
                <a:schemeClr val="bg1"/>
              </a:solidFill>
            </a:endParaRPr>
          </a:p>
          <a:p>
            <a:pPr marL="285750" indent="-285750">
              <a:buFont typeface="Arial" panose="020B0604020202020204" pitchFamily="34" charset="0"/>
              <a:buChar char="•"/>
            </a:pPr>
            <a:r>
              <a:rPr lang="en-US" sz="2400" b="1" dirty="0">
                <a:solidFill>
                  <a:schemeClr val="bg1"/>
                </a:solidFill>
              </a:rPr>
              <a:t>Polymorphism: </a:t>
            </a:r>
            <a:r>
              <a:rPr lang="nl-NL" sz="2400" b="1" dirty="0">
                <a:solidFill>
                  <a:schemeClr val="bg1"/>
                </a:solidFill>
              </a:rPr>
              <a:t> </a:t>
            </a:r>
            <a:r>
              <a:rPr lang="nl-NL" sz="2400" dirty="0">
                <a:solidFill>
                  <a:schemeClr val="bg1"/>
                </a:solidFill>
              </a:rPr>
              <a:t>los variatie in gedrag op door gebruik te maken van polymorfe operaties (overerving). In plaats van expliciet te vertakken op type (bijvoorbeeld met een switch of </a:t>
            </a:r>
            <a:r>
              <a:rPr lang="nl-NL" sz="2400" dirty="0" err="1">
                <a:solidFill>
                  <a:schemeClr val="bg1"/>
                </a:solidFill>
              </a:rPr>
              <a:t>if-else</a:t>
            </a:r>
            <a:r>
              <a:rPr lang="nl-NL" sz="2400" dirty="0">
                <a:solidFill>
                  <a:schemeClr val="bg1"/>
                </a:solidFill>
              </a:rPr>
              <a:t>), wijs je de verantwoordelijkheid voor het gedrag toe aan het type zelf via een interface of abstracte klasse.</a:t>
            </a:r>
            <a:endParaRPr lang="en-US" sz="2400" dirty="0">
              <a:solidFill>
                <a:schemeClr val="bg1"/>
              </a:solidFill>
            </a:endParaRPr>
          </a:p>
        </p:txBody>
      </p:sp>
    </p:spTree>
    <p:extLst>
      <p:ext uri="{BB962C8B-B14F-4D97-AF65-F5344CB8AC3E}">
        <p14:creationId xmlns:p14="http://schemas.microsoft.com/office/powerpoint/2010/main" val="4066206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4386-1098-DB4F-125F-2D8F87C9BCD9}"/>
              </a:ext>
            </a:extLst>
          </p:cNvPr>
          <p:cNvSpPr>
            <a:spLocks noGrp="1"/>
          </p:cNvSpPr>
          <p:nvPr>
            <p:ph type="title"/>
          </p:nvPr>
        </p:nvSpPr>
        <p:spPr/>
        <p:txBody>
          <a:bodyPr/>
          <a:lstStyle/>
          <a:p>
            <a:r>
              <a:rPr lang="en-US" dirty="0">
                <a:solidFill>
                  <a:schemeClr val="bg1"/>
                </a:solidFill>
              </a:rPr>
              <a:t>Het </a:t>
            </a:r>
            <a:r>
              <a:rPr lang="en-US" dirty="0" err="1">
                <a:solidFill>
                  <a:schemeClr val="bg1"/>
                </a:solidFill>
              </a:rPr>
              <a:t>klassieke</a:t>
            </a:r>
            <a:r>
              <a:rPr lang="en-US" dirty="0">
                <a:solidFill>
                  <a:schemeClr val="bg1"/>
                </a:solidFill>
              </a:rPr>
              <a:t> </a:t>
            </a:r>
            <a:r>
              <a:rPr lang="en-US" dirty="0" err="1">
                <a:solidFill>
                  <a:schemeClr val="bg1"/>
                </a:solidFill>
              </a:rPr>
              <a:t>voorbeeld</a:t>
            </a:r>
            <a:r>
              <a:rPr lang="en-US" dirty="0">
                <a:solidFill>
                  <a:schemeClr val="bg1"/>
                </a:solidFill>
              </a:rPr>
              <a:t> van </a:t>
            </a:r>
            <a:r>
              <a:rPr lang="en-US" dirty="0" err="1">
                <a:solidFill>
                  <a:schemeClr val="bg1"/>
                </a:solidFill>
              </a:rPr>
              <a:t>Liskov</a:t>
            </a:r>
            <a:endParaRPr lang="en-NL" dirty="0">
              <a:solidFill>
                <a:schemeClr val="bg1"/>
              </a:solidFill>
            </a:endParaRPr>
          </a:p>
        </p:txBody>
      </p:sp>
      <p:sp>
        <p:nvSpPr>
          <p:cNvPr id="7" name="Content Placeholder 6">
            <a:extLst>
              <a:ext uri="{FF2B5EF4-FFF2-40B4-BE49-F238E27FC236}">
                <a16:creationId xmlns:a16="http://schemas.microsoft.com/office/drawing/2014/main" id="{A403965E-101E-DF57-61B5-987ECD7ABB82}"/>
              </a:ext>
            </a:extLst>
          </p:cNvPr>
          <p:cNvSpPr>
            <a:spLocks noGrp="1"/>
          </p:cNvSpPr>
          <p:nvPr>
            <p:ph idx="1"/>
          </p:nvPr>
        </p:nvSpPr>
        <p:spPr/>
        <p:txBody>
          <a:bodyPr/>
          <a:lstStyle/>
          <a:p>
            <a:pPr marL="0" indent="0">
              <a:buNone/>
            </a:pPr>
            <a:r>
              <a:rPr lang="en-US" dirty="0"/>
              <a:t>  </a:t>
            </a:r>
            <a:endParaRPr lang="en-NL" dirty="0"/>
          </a:p>
        </p:txBody>
      </p:sp>
      <p:pic>
        <p:nvPicPr>
          <p:cNvPr id="4" name="Afbeelding 3">
            <a:extLst>
              <a:ext uri="{FF2B5EF4-FFF2-40B4-BE49-F238E27FC236}">
                <a16:creationId xmlns:a16="http://schemas.microsoft.com/office/drawing/2014/main" id="{A15EB3B7-CD3D-CD15-6A74-685A746C35F1}"/>
              </a:ext>
            </a:extLst>
          </p:cNvPr>
          <p:cNvPicPr>
            <a:picLocks noChangeAspect="1"/>
          </p:cNvPicPr>
          <p:nvPr/>
        </p:nvPicPr>
        <p:blipFill>
          <a:blip r:embed="rId2"/>
          <a:stretch>
            <a:fillRect/>
          </a:stretch>
        </p:blipFill>
        <p:spPr>
          <a:xfrm>
            <a:off x="838200" y="1618828"/>
            <a:ext cx="4898103" cy="2330548"/>
          </a:xfrm>
          <a:prstGeom prst="rect">
            <a:avLst/>
          </a:prstGeom>
        </p:spPr>
      </p:pic>
      <p:pic>
        <p:nvPicPr>
          <p:cNvPr id="6" name="Afbeelding 5">
            <a:extLst>
              <a:ext uri="{FF2B5EF4-FFF2-40B4-BE49-F238E27FC236}">
                <a16:creationId xmlns:a16="http://schemas.microsoft.com/office/drawing/2014/main" id="{85B0C0BA-130A-ED7D-0948-23526EFAD550}"/>
              </a:ext>
            </a:extLst>
          </p:cNvPr>
          <p:cNvPicPr>
            <a:picLocks noChangeAspect="1"/>
          </p:cNvPicPr>
          <p:nvPr/>
        </p:nvPicPr>
        <p:blipFill>
          <a:blip r:embed="rId3"/>
          <a:stretch>
            <a:fillRect/>
          </a:stretch>
        </p:blipFill>
        <p:spPr>
          <a:xfrm>
            <a:off x="838200" y="4511842"/>
            <a:ext cx="9638056" cy="1981033"/>
          </a:xfrm>
          <a:prstGeom prst="rect">
            <a:avLst/>
          </a:prstGeom>
        </p:spPr>
      </p:pic>
    </p:spTree>
    <p:extLst>
      <p:ext uri="{BB962C8B-B14F-4D97-AF65-F5344CB8AC3E}">
        <p14:creationId xmlns:p14="http://schemas.microsoft.com/office/powerpoint/2010/main" val="282249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B05B-12AE-8592-DC0E-B50FC624F41C}"/>
              </a:ext>
            </a:extLst>
          </p:cNvPr>
          <p:cNvSpPr>
            <a:spLocks noGrp="1"/>
          </p:cNvSpPr>
          <p:nvPr>
            <p:ph type="title"/>
          </p:nvPr>
        </p:nvSpPr>
        <p:spPr/>
        <p:txBody>
          <a:bodyPr/>
          <a:lstStyle/>
          <a:p>
            <a:r>
              <a:rPr lang="en-US" b="1" dirty="0">
                <a:solidFill>
                  <a:schemeClr val="bg1"/>
                </a:solidFill>
              </a:rPr>
              <a:t>Dit </a:t>
            </a:r>
            <a:r>
              <a:rPr lang="en-US" b="1" dirty="0" err="1">
                <a:solidFill>
                  <a:schemeClr val="bg1"/>
                </a:solidFill>
              </a:rPr>
              <a:t>gaat</a:t>
            </a:r>
            <a:r>
              <a:rPr lang="en-US" b="1" dirty="0">
                <a:solidFill>
                  <a:schemeClr val="bg1"/>
                </a:solidFill>
              </a:rPr>
              <a:t> </a:t>
            </a:r>
            <a:r>
              <a:rPr lang="en-US" b="1" dirty="0" err="1">
                <a:solidFill>
                  <a:schemeClr val="bg1"/>
                </a:solidFill>
              </a:rPr>
              <a:t>goed</a:t>
            </a:r>
            <a:endParaRPr lang="en-NL" b="1" dirty="0">
              <a:solidFill>
                <a:schemeClr val="bg1"/>
              </a:solidFill>
            </a:endParaRPr>
          </a:p>
        </p:txBody>
      </p:sp>
      <p:sp>
        <p:nvSpPr>
          <p:cNvPr id="7" name="Tijdelijke aanduiding voor inhoud 6">
            <a:extLst>
              <a:ext uri="{FF2B5EF4-FFF2-40B4-BE49-F238E27FC236}">
                <a16:creationId xmlns:a16="http://schemas.microsoft.com/office/drawing/2014/main" id="{DB501419-D130-9F17-3C05-5DB550C4FD20}"/>
              </a:ext>
            </a:extLst>
          </p:cNvPr>
          <p:cNvSpPr>
            <a:spLocks noGrp="1"/>
          </p:cNvSpPr>
          <p:nvPr>
            <p:ph idx="1"/>
          </p:nvPr>
        </p:nvSpPr>
        <p:spPr/>
        <p:txBody>
          <a:bodyPr/>
          <a:lstStyle/>
          <a:p>
            <a:pPr marL="0" indent="0">
              <a:buNone/>
            </a:pPr>
            <a:r>
              <a:rPr lang="nl-NL" dirty="0"/>
              <a:t> </a:t>
            </a:r>
          </a:p>
        </p:txBody>
      </p:sp>
      <p:pic>
        <p:nvPicPr>
          <p:cNvPr id="9" name="Afbeelding 8">
            <a:extLst>
              <a:ext uri="{FF2B5EF4-FFF2-40B4-BE49-F238E27FC236}">
                <a16:creationId xmlns:a16="http://schemas.microsoft.com/office/drawing/2014/main" id="{E714C138-1AAC-1CDF-A746-A33FAF48EEF5}"/>
              </a:ext>
            </a:extLst>
          </p:cNvPr>
          <p:cNvPicPr>
            <a:picLocks noChangeAspect="1"/>
          </p:cNvPicPr>
          <p:nvPr/>
        </p:nvPicPr>
        <p:blipFill>
          <a:blip r:embed="rId2"/>
          <a:stretch>
            <a:fillRect/>
          </a:stretch>
        </p:blipFill>
        <p:spPr>
          <a:xfrm>
            <a:off x="792514" y="2069130"/>
            <a:ext cx="6059469" cy="4505450"/>
          </a:xfrm>
          <a:prstGeom prst="rect">
            <a:avLst/>
          </a:prstGeom>
        </p:spPr>
      </p:pic>
    </p:spTree>
    <p:extLst>
      <p:ext uri="{BB962C8B-B14F-4D97-AF65-F5344CB8AC3E}">
        <p14:creationId xmlns:p14="http://schemas.microsoft.com/office/powerpoint/2010/main" val="810084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A1201-1A20-C800-24BF-270C88412BC0}"/>
              </a:ext>
            </a:extLst>
          </p:cNvPr>
          <p:cNvSpPr>
            <a:spLocks noGrp="1"/>
          </p:cNvSpPr>
          <p:nvPr>
            <p:ph type="title"/>
          </p:nvPr>
        </p:nvSpPr>
        <p:spPr/>
        <p:txBody>
          <a:bodyPr/>
          <a:lstStyle/>
          <a:p>
            <a:r>
              <a:rPr lang="en-US" b="1" dirty="0">
                <a:solidFill>
                  <a:schemeClr val="bg1"/>
                </a:solidFill>
              </a:rPr>
              <a:t>Is </a:t>
            </a:r>
            <a:r>
              <a:rPr lang="en-US" b="1" dirty="0" err="1">
                <a:solidFill>
                  <a:schemeClr val="bg1"/>
                </a:solidFill>
              </a:rPr>
              <a:t>een</a:t>
            </a:r>
            <a:r>
              <a:rPr lang="en-US" b="1" dirty="0">
                <a:solidFill>
                  <a:schemeClr val="bg1"/>
                </a:solidFill>
              </a:rPr>
              <a:t> </a:t>
            </a:r>
            <a:r>
              <a:rPr lang="en-US" b="1" dirty="0" err="1">
                <a:solidFill>
                  <a:schemeClr val="bg1"/>
                </a:solidFill>
              </a:rPr>
              <a:t>vierkant</a:t>
            </a:r>
            <a:r>
              <a:rPr lang="en-US" b="1" dirty="0">
                <a:solidFill>
                  <a:schemeClr val="bg1"/>
                </a:solidFill>
              </a:rPr>
              <a:t> </a:t>
            </a:r>
            <a:r>
              <a:rPr lang="en-US" b="1" dirty="0" err="1">
                <a:solidFill>
                  <a:schemeClr val="bg1"/>
                </a:solidFill>
              </a:rPr>
              <a:t>een</a:t>
            </a:r>
            <a:r>
              <a:rPr lang="en-US" b="1" dirty="0">
                <a:solidFill>
                  <a:schemeClr val="bg1"/>
                </a:solidFill>
              </a:rPr>
              <a:t> </a:t>
            </a:r>
            <a:r>
              <a:rPr lang="en-US" b="1" dirty="0" err="1">
                <a:solidFill>
                  <a:schemeClr val="bg1"/>
                </a:solidFill>
              </a:rPr>
              <a:t>rechthoek</a:t>
            </a:r>
            <a:r>
              <a:rPr lang="en-US" b="1" dirty="0">
                <a:solidFill>
                  <a:schemeClr val="bg1"/>
                </a:solidFill>
              </a:rPr>
              <a:t>?</a:t>
            </a:r>
            <a:endParaRPr lang="en-NL" b="1" dirty="0">
              <a:solidFill>
                <a:schemeClr val="bg1"/>
              </a:solidFill>
            </a:endParaRPr>
          </a:p>
        </p:txBody>
      </p:sp>
      <p:pic>
        <p:nvPicPr>
          <p:cNvPr id="7" name="Picture 6">
            <a:extLst>
              <a:ext uri="{FF2B5EF4-FFF2-40B4-BE49-F238E27FC236}">
                <a16:creationId xmlns:a16="http://schemas.microsoft.com/office/drawing/2014/main" id="{34AF5E69-6C12-E12D-5875-27754B3FD1D9}"/>
              </a:ext>
            </a:extLst>
          </p:cNvPr>
          <p:cNvPicPr>
            <a:picLocks noChangeAspect="1"/>
          </p:cNvPicPr>
          <p:nvPr/>
        </p:nvPicPr>
        <p:blipFill>
          <a:blip r:embed="rId2"/>
          <a:stretch>
            <a:fillRect/>
          </a:stretch>
        </p:blipFill>
        <p:spPr>
          <a:xfrm>
            <a:off x="5868538" y="1295194"/>
            <a:ext cx="6214281" cy="790988"/>
          </a:xfrm>
          <a:prstGeom prst="rect">
            <a:avLst/>
          </a:prstGeom>
        </p:spPr>
      </p:pic>
      <p:sp>
        <p:nvSpPr>
          <p:cNvPr id="9" name="Content Placeholder 8">
            <a:extLst>
              <a:ext uri="{FF2B5EF4-FFF2-40B4-BE49-F238E27FC236}">
                <a16:creationId xmlns:a16="http://schemas.microsoft.com/office/drawing/2014/main" id="{AA036E2D-1658-0485-EC32-664AB1D36696}"/>
              </a:ext>
            </a:extLst>
          </p:cNvPr>
          <p:cNvSpPr>
            <a:spLocks noGrp="1"/>
          </p:cNvSpPr>
          <p:nvPr>
            <p:ph idx="1"/>
          </p:nvPr>
        </p:nvSpPr>
        <p:spPr/>
        <p:txBody>
          <a:bodyPr/>
          <a:lstStyle/>
          <a:p>
            <a:pPr marL="0" indent="0">
              <a:buNone/>
            </a:pPr>
            <a:r>
              <a:rPr lang="en-US" dirty="0"/>
              <a:t> </a:t>
            </a:r>
            <a:endParaRPr lang="en-NL" dirty="0"/>
          </a:p>
        </p:txBody>
      </p:sp>
      <p:pic>
        <p:nvPicPr>
          <p:cNvPr id="4" name="Afbeelding 3">
            <a:extLst>
              <a:ext uri="{FF2B5EF4-FFF2-40B4-BE49-F238E27FC236}">
                <a16:creationId xmlns:a16="http://schemas.microsoft.com/office/drawing/2014/main" id="{F99561E3-FCFB-5E57-BA94-59247F9FF87F}"/>
              </a:ext>
            </a:extLst>
          </p:cNvPr>
          <p:cNvPicPr>
            <a:picLocks noChangeAspect="1"/>
          </p:cNvPicPr>
          <p:nvPr/>
        </p:nvPicPr>
        <p:blipFill>
          <a:blip r:embed="rId3"/>
          <a:stretch>
            <a:fillRect/>
          </a:stretch>
        </p:blipFill>
        <p:spPr>
          <a:xfrm>
            <a:off x="1011415" y="2221119"/>
            <a:ext cx="6261674" cy="4482495"/>
          </a:xfrm>
          <a:prstGeom prst="rect">
            <a:avLst/>
          </a:prstGeom>
        </p:spPr>
      </p:pic>
    </p:spTree>
    <p:extLst>
      <p:ext uri="{BB962C8B-B14F-4D97-AF65-F5344CB8AC3E}">
        <p14:creationId xmlns:p14="http://schemas.microsoft.com/office/powerpoint/2010/main" val="1212194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1723-0CFA-5897-C73A-6F4212C5B20E}"/>
              </a:ext>
            </a:extLst>
          </p:cNvPr>
          <p:cNvSpPr>
            <a:spLocks noGrp="1"/>
          </p:cNvSpPr>
          <p:nvPr>
            <p:ph type="title"/>
          </p:nvPr>
        </p:nvSpPr>
        <p:spPr/>
        <p:txBody>
          <a:bodyPr/>
          <a:lstStyle/>
          <a:p>
            <a:r>
              <a:rPr lang="en-US" b="1" dirty="0" err="1">
                <a:solidFill>
                  <a:schemeClr val="bg1"/>
                </a:solidFill>
              </a:rPr>
              <a:t>Oplossing</a:t>
            </a:r>
            <a:endParaRPr lang="en-NL" b="1" dirty="0">
              <a:solidFill>
                <a:schemeClr val="bg1"/>
              </a:solidFill>
            </a:endParaRPr>
          </a:p>
        </p:txBody>
      </p:sp>
      <p:sp>
        <p:nvSpPr>
          <p:cNvPr id="3" name="Content Placeholder 2">
            <a:extLst>
              <a:ext uri="{FF2B5EF4-FFF2-40B4-BE49-F238E27FC236}">
                <a16:creationId xmlns:a16="http://schemas.microsoft.com/office/drawing/2014/main" id="{C626522B-0990-F1D4-E568-7C89CBE66E66}"/>
              </a:ext>
            </a:extLst>
          </p:cNvPr>
          <p:cNvSpPr>
            <a:spLocks noGrp="1"/>
          </p:cNvSpPr>
          <p:nvPr>
            <p:ph idx="1"/>
          </p:nvPr>
        </p:nvSpPr>
        <p:spPr/>
        <p:txBody>
          <a:bodyPr/>
          <a:lstStyle/>
          <a:p>
            <a:pPr marL="0" indent="0">
              <a:buNone/>
            </a:pPr>
            <a:r>
              <a:rPr lang="en-US" dirty="0">
                <a:solidFill>
                  <a:schemeClr val="bg1"/>
                </a:solidFill>
              </a:rPr>
              <a:t>Een superclass (interface/abstract class) </a:t>
            </a:r>
            <a:r>
              <a:rPr lang="en-US" dirty="0" err="1">
                <a:solidFill>
                  <a:schemeClr val="bg1"/>
                </a:solidFill>
              </a:rPr>
              <a:t>moet</a:t>
            </a:r>
            <a:r>
              <a:rPr lang="en-US" dirty="0">
                <a:solidFill>
                  <a:schemeClr val="bg1"/>
                </a:solidFill>
              </a:rPr>
              <a:t> </a:t>
            </a:r>
            <a:r>
              <a:rPr lang="en-US" dirty="0" err="1">
                <a:solidFill>
                  <a:schemeClr val="bg1"/>
                </a:solidFill>
              </a:rPr>
              <a:t>niet</a:t>
            </a:r>
            <a:r>
              <a:rPr lang="en-US" dirty="0">
                <a:solidFill>
                  <a:schemeClr val="bg1"/>
                </a:solidFill>
              </a:rPr>
              <a:t> </a:t>
            </a:r>
            <a:r>
              <a:rPr lang="en-US" dirty="0" err="1">
                <a:solidFill>
                  <a:schemeClr val="bg1"/>
                </a:solidFill>
              </a:rPr>
              <a:t>alleen</a:t>
            </a:r>
            <a:r>
              <a:rPr lang="en-US" dirty="0">
                <a:solidFill>
                  <a:schemeClr val="bg1"/>
                </a:solidFill>
              </a:rPr>
              <a:t> van </a:t>
            </a:r>
            <a:r>
              <a:rPr lang="en-US" dirty="0" err="1">
                <a:solidFill>
                  <a:schemeClr val="bg1"/>
                </a:solidFill>
              </a:rPr>
              <a:t>dezelfde</a:t>
            </a:r>
            <a:r>
              <a:rPr lang="en-US" dirty="0">
                <a:solidFill>
                  <a:schemeClr val="bg1"/>
                </a:solidFill>
              </a:rPr>
              <a:t> </a:t>
            </a:r>
            <a:r>
              <a:rPr lang="en-US" i="1" dirty="0" err="1">
                <a:solidFill>
                  <a:schemeClr val="bg1"/>
                </a:solidFill>
              </a:rPr>
              <a:t>soort</a:t>
            </a:r>
            <a:r>
              <a:rPr lang="en-US" i="1" dirty="0">
                <a:solidFill>
                  <a:schemeClr val="bg1"/>
                </a:solidFill>
              </a:rPr>
              <a:t> </a:t>
            </a:r>
            <a:r>
              <a:rPr lang="en-US" dirty="0" err="1">
                <a:solidFill>
                  <a:schemeClr val="bg1"/>
                </a:solidFill>
              </a:rPr>
              <a:t>zijn</a:t>
            </a:r>
            <a:r>
              <a:rPr lang="en-US" dirty="0">
                <a:solidFill>
                  <a:schemeClr val="bg1"/>
                </a:solidFill>
              </a:rPr>
              <a:t>, maar </a:t>
            </a:r>
            <a:r>
              <a:rPr lang="en-US" dirty="0" err="1">
                <a:solidFill>
                  <a:schemeClr val="bg1"/>
                </a:solidFill>
              </a:rPr>
              <a:t>ook</a:t>
            </a:r>
            <a:r>
              <a:rPr lang="en-US" dirty="0">
                <a:solidFill>
                  <a:schemeClr val="bg1"/>
                </a:solidFill>
              </a:rPr>
              <a:t> </a:t>
            </a:r>
            <a:r>
              <a:rPr lang="en-US" dirty="0" err="1">
                <a:solidFill>
                  <a:schemeClr val="bg1"/>
                </a:solidFill>
              </a:rPr>
              <a:t>gelijke</a:t>
            </a:r>
            <a:r>
              <a:rPr lang="en-US" dirty="0">
                <a:solidFill>
                  <a:schemeClr val="bg1"/>
                </a:solidFill>
              </a:rPr>
              <a:t> </a:t>
            </a:r>
            <a:r>
              <a:rPr lang="en-US" dirty="0" err="1">
                <a:solidFill>
                  <a:schemeClr val="bg1"/>
                </a:solidFill>
              </a:rPr>
              <a:t>gedrag</a:t>
            </a:r>
            <a:r>
              <a:rPr lang="en-US" dirty="0">
                <a:solidFill>
                  <a:schemeClr val="bg1"/>
                </a:solidFill>
              </a:rPr>
              <a:t> </a:t>
            </a:r>
            <a:r>
              <a:rPr lang="en-US" dirty="0" err="1">
                <a:solidFill>
                  <a:schemeClr val="bg1"/>
                </a:solidFill>
              </a:rPr>
              <a:t>hebben</a:t>
            </a:r>
            <a:endParaRPr lang="en-US" dirty="0">
              <a:solidFill>
                <a:schemeClr val="bg1"/>
              </a:solidFill>
            </a:endParaRPr>
          </a:p>
          <a:p>
            <a:pPr marL="0" indent="0">
              <a:buNone/>
            </a:pPr>
            <a:endParaRPr lang="en-US" dirty="0">
              <a:solidFill>
                <a:schemeClr val="bg1"/>
              </a:solidFill>
            </a:endParaRPr>
          </a:p>
          <a:p>
            <a:pPr marL="0" indent="0">
              <a:buNone/>
            </a:pPr>
            <a:r>
              <a:rPr lang="en-US" dirty="0">
                <a:solidFill>
                  <a:schemeClr val="bg1"/>
                </a:solidFill>
              </a:rPr>
              <a:t>Als </a:t>
            </a:r>
            <a:r>
              <a:rPr lang="en-US" dirty="0" err="1">
                <a:solidFill>
                  <a:schemeClr val="bg1"/>
                </a:solidFill>
              </a:rPr>
              <a:t>dat</a:t>
            </a:r>
            <a:r>
              <a:rPr lang="en-US" dirty="0">
                <a:solidFill>
                  <a:schemeClr val="bg1"/>
                </a:solidFill>
              </a:rPr>
              <a:t> </a:t>
            </a:r>
            <a:r>
              <a:rPr lang="en-US" i="1" dirty="0" err="1">
                <a:solidFill>
                  <a:schemeClr val="bg1"/>
                </a:solidFill>
              </a:rPr>
              <a:t>niet</a:t>
            </a:r>
            <a:r>
              <a:rPr lang="en-US" dirty="0">
                <a:solidFill>
                  <a:schemeClr val="bg1"/>
                </a:solidFill>
              </a:rPr>
              <a:t> zo is, dan </a:t>
            </a:r>
            <a:r>
              <a:rPr lang="en-US" dirty="0" err="1">
                <a:solidFill>
                  <a:schemeClr val="bg1"/>
                </a:solidFill>
              </a:rPr>
              <a:t>moet</a:t>
            </a:r>
            <a:r>
              <a:rPr lang="en-US" dirty="0">
                <a:solidFill>
                  <a:schemeClr val="bg1"/>
                </a:solidFill>
              </a:rPr>
              <a:t> de superclass </a:t>
            </a:r>
            <a:r>
              <a:rPr lang="en-US" b="1" dirty="0" err="1">
                <a:solidFill>
                  <a:schemeClr val="bg1"/>
                </a:solidFill>
              </a:rPr>
              <a:t>specifieker</a:t>
            </a:r>
            <a:r>
              <a:rPr lang="en-US" dirty="0">
                <a:solidFill>
                  <a:schemeClr val="bg1"/>
                </a:solidFill>
              </a:rPr>
              <a:t> </a:t>
            </a:r>
            <a:r>
              <a:rPr lang="en-US" dirty="0" err="1">
                <a:solidFill>
                  <a:schemeClr val="bg1"/>
                </a:solidFill>
              </a:rPr>
              <a:t>zijn</a:t>
            </a:r>
            <a:endParaRPr lang="en-NL" dirty="0">
              <a:solidFill>
                <a:schemeClr val="bg1"/>
              </a:solidFill>
            </a:endParaRPr>
          </a:p>
        </p:txBody>
      </p:sp>
    </p:spTree>
    <p:extLst>
      <p:ext uri="{BB962C8B-B14F-4D97-AF65-F5344CB8AC3E}">
        <p14:creationId xmlns:p14="http://schemas.microsoft.com/office/powerpoint/2010/main" val="2130104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58D3-0113-0BBF-0A47-143FA124D1FC}"/>
              </a:ext>
            </a:extLst>
          </p:cNvPr>
          <p:cNvSpPr>
            <a:spLocks noGrp="1"/>
          </p:cNvSpPr>
          <p:nvPr>
            <p:ph type="title"/>
          </p:nvPr>
        </p:nvSpPr>
        <p:spPr/>
        <p:txBody>
          <a:bodyPr/>
          <a:lstStyle/>
          <a:p>
            <a:r>
              <a:rPr lang="en-US" dirty="0">
                <a:solidFill>
                  <a:schemeClr val="bg1"/>
                </a:solidFill>
              </a:rPr>
              <a:t>Dus:</a:t>
            </a:r>
            <a:endParaRPr lang="en-NL" dirty="0">
              <a:solidFill>
                <a:schemeClr val="bg1"/>
              </a:solidFill>
            </a:endParaRPr>
          </a:p>
        </p:txBody>
      </p:sp>
      <p:pic>
        <p:nvPicPr>
          <p:cNvPr id="9" name="Content Placeholder 8">
            <a:extLst>
              <a:ext uri="{FF2B5EF4-FFF2-40B4-BE49-F238E27FC236}">
                <a16:creationId xmlns:a16="http://schemas.microsoft.com/office/drawing/2014/main" id="{C9706E46-F8D2-2AC6-4FD4-EEAEC9DD837E}"/>
              </a:ext>
            </a:extLst>
          </p:cNvPr>
          <p:cNvPicPr>
            <a:picLocks noGrp="1" noChangeAspect="1"/>
          </p:cNvPicPr>
          <p:nvPr>
            <p:ph idx="1"/>
          </p:nvPr>
        </p:nvPicPr>
        <p:blipFill>
          <a:blip r:embed="rId2"/>
          <a:stretch>
            <a:fillRect/>
          </a:stretch>
        </p:blipFill>
        <p:spPr>
          <a:xfrm>
            <a:off x="901670" y="1630007"/>
            <a:ext cx="5821209" cy="4351338"/>
          </a:xfrm>
          <a:prstGeom prst="rect">
            <a:avLst/>
          </a:prstGeom>
        </p:spPr>
      </p:pic>
      <p:pic>
        <p:nvPicPr>
          <p:cNvPr id="3" name="Content Placeholder 3">
            <a:extLst>
              <a:ext uri="{FF2B5EF4-FFF2-40B4-BE49-F238E27FC236}">
                <a16:creationId xmlns:a16="http://schemas.microsoft.com/office/drawing/2014/main" id="{E7D90013-4797-704F-A372-CD49BE9016FD}"/>
              </a:ext>
            </a:extLst>
          </p:cNvPr>
          <p:cNvPicPr>
            <a:picLocks noChangeAspect="1"/>
          </p:cNvPicPr>
          <p:nvPr/>
        </p:nvPicPr>
        <p:blipFill>
          <a:blip r:embed="rId3"/>
          <a:stretch>
            <a:fillRect/>
          </a:stretch>
        </p:blipFill>
        <p:spPr>
          <a:xfrm>
            <a:off x="8150836" y="591571"/>
            <a:ext cx="2351797" cy="1861839"/>
          </a:xfrm>
          <a:prstGeom prst="rect">
            <a:avLst/>
          </a:prstGeom>
        </p:spPr>
      </p:pic>
      <p:sp>
        <p:nvSpPr>
          <p:cNvPr id="4" name="Tekstvak 3">
            <a:extLst>
              <a:ext uri="{FF2B5EF4-FFF2-40B4-BE49-F238E27FC236}">
                <a16:creationId xmlns:a16="http://schemas.microsoft.com/office/drawing/2014/main" id="{EF5DC3D7-2149-EFE6-61F1-AE3713AB1EE9}"/>
              </a:ext>
            </a:extLst>
          </p:cNvPr>
          <p:cNvSpPr txBox="1"/>
          <p:nvPr/>
        </p:nvSpPr>
        <p:spPr>
          <a:xfrm>
            <a:off x="8150836" y="2588612"/>
            <a:ext cx="1726532" cy="369332"/>
          </a:xfrm>
          <a:prstGeom prst="rect">
            <a:avLst/>
          </a:prstGeom>
          <a:noFill/>
        </p:spPr>
        <p:txBody>
          <a:bodyPr wrap="square" rtlCol="0">
            <a:spAutoFit/>
          </a:bodyPr>
          <a:lstStyle/>
          <a:p>
            <a:r>
              <a:rPr lang="nl-NL" dirty="0" err="1">
                <a:solidFill>
                  <a:schemeClr val="bg1"/>
                </a:solidFill>
              </a:rPr>
              <a:t>Polymorphism</a:t>
            </a:r>
            <a:endParaRPr lang="nl-NL" dirty="0">
              <a:solidFill>
                <a:schemeClr val="bg1"/>
              </a:solidFill>
            </a:endParaRPr>
          </a:p>
        </p:txBody>
      </p:sp>
    </p:spTree>
    <p:extLst>
      <p:ext uri="{BB962C8B-B14F-4D97-AF65-F5344CB8AC3E}">
        <p14:creationId xmlns:p14="http://schemas.microsoft.com/office/powerpoint/2010/main" val="3717652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D3287-7A13-3A41-F543-5418E8813E0A}"/>
              </a:ext>
            </a:extLst>
          </p:cNvPr>
          <p:cNvSpPr>
            <a:spLocks noGrp="1"/>
          </p:cNvSpPr>
          <p:nvPr>
            <p:ph type="title"/>
          </p:nvPr>
        </p:nvSpPr>
        <p:spPr/>
        <p:txBody>
          <a:bodyPr/>
          <a:lstStyle/>
          <a:p>
            <a:r>
              <a:rPr lang="en-US" dirty="0"/>
              <a:t> </a:t>
            </a:r>
            <a:endParaRPr lang="en-NL" dirty="0"/>
          </a:p>
        </p:txBody>
      </p:sp>
      <p:pic>
        <p:nvPicPr>
          <p:cNvPr id="5" name="Content Placeholder 4">
            <a:extLst>
              <a:ext uri="{FF2B5EF4-FFF2-40B4-BE49-F238E27FC236}">
                <a16:creationId xmlns:a16="http://schemas.microsoft.com/office/drawing/2014/main" id="{AA1CB408-9DBC-35D7-CD6B-D394B1DF2A5C}"/>
              </a:ext>
            </a:extLst>
          </p:cNvPr>
          <p:cNvPicPr>
            <a:picLocks noGrp="1" noChangeAspect="1"/>
          </p:cNvPicPr>
          <p:nvPr>
            <p:ph idx="1"/>
          </p:nvPr>
        </p:nvPicPr>
        <p:blipFill>
          <a:blip r:embed="rId2"/>
          <a:stretch>
            <a:fillRect/>
          </a:stretch>
        </p:blipFill>
        <p:spPr>
          <a:xfrm>
            <a:off x="669813" y="1375248"/>
            <a:ext cx="4134199" cy="4860731"/>
          </a:xfrm>
          <a:prstGeom prst="rect">
            <a:avLst/>
          </a:prstGeom>
        </p:spPr>
      </p:pic>
      <p:sp>
        <p:nvSpPr>
          <p:cNvPr id="8" name="TextBox 7">
            <a:extLst>
              <a:ext uri="{FF2B5EF4-FFF2-40B4-BE49-F238E27FC236}">
                <a16:creationId xmlns:a16="http://schemas.microsoft.com/office/drawing/2014/main" id="{BADFC9FA-1D9D-E6F9-FBAD-22A1F2568C2F}"/>
              </a:ext>
            </a:extLst>
          </p:cNvPr>
          <p:cNvSpPr txBox="1"/>
          <p:nvPr/>
        </p:nvSpPr>
        <p:spPr>
          <a:xfrm>
            <a:off x="500418" y="282054"/>
            <a:ext cx="3175379" cy="646331"/>
          </a:xfrm>
          <a:prstGeom prst="rect">
            <a:avLst/>
          </a:prstGeom>
          <a:noFill/>
        </p:spPr>
        <p:txBody>
          <a:bodyPr wrap="square" rtlCol="0">
            <a:spAutoFit/>
          </a:bodyPr>
          <a:lstStyle/>
          <a:p>
            <a:r>
              <a:rPr lang="en-US" sz="3600" b="1" dirty="0">
                <a:solidFill>
                  <a:schemeClr val="bg1"/>
                </a:solidFill>
              </a:rPr>
              <a:t>Dit </a:t>
            </a:r>
            <a:r>
              <a:rPr lang="en-US" sz="3600" b="1" dirty="0" err="1">
                <a:solidFill>
                  <a:schemeClr val="bg1"/>
                </a:solidFill>
              </a:rPr>
              <a:t>gaat</a:t>
            </a:r>
            <a:r>
              <a:rPr lang="en-US" sz="3600" b="1" dirty="0">
                <a:solidFill>
                  <a:schemeClr val="bg1"/>
                </a:solidFill>
              </a:rPr>
              <a:t> </a:t>
            </a:r>
            <a:r>
              <a:rPr lang="en-US" sz="3600" b="1" dirty="0" err="1">
                <a:solidFill>
                  <a:schemeClr val="bg1"/>
                </a:solidFill>
              </a:rPr>
              <a:t>goed</a:t>
            </a:r>
            <a:endParaRPr lang="en-NL" sz="3600" b="1" dirty="0">
              <a:solidFill>
                <a:schemeClr val="bg1"/>
              </a:solidFill>
            </a:endParaRPr>
          </a:p>
        </p:txBody>
      </p:sp>
      <p:pic>
        <p:nvPicPr>
          <p:cNvPr id="3" name="Content Placeholder 4">
            <a:extLst>
              <a:ext uri="{FF2B5EF4-FFF2-40B4-BE49-F238E27FC236}">
                <a16:creationId xmlns:a16="http://schemas.microsoft.com/office/drawing/2014/main" id="{CA2927C4-1F10-9253-9F06-14D7A3DD39B7}"/>
              </a:ext>
            </a:extLst>
          </p:cNvPr>
          <p:cNvPicPr>
            <a:picLocks noChangeAspect="1"/>
          </p:cNvPicPr>
          <p:nvPr/>
        </p:nvPicPr>
        <p:blipFill>
          <a:blip r:embed="rId3"/>
          <a:stretch>
            <a:fillRect/>
          </a:stretch>
        </p:blipFill>
        <p:spPr>
          <a:xfrm>
            <a:off x="5783018" y="1375248"/>
            <a:ext cx="5323975" cy="3926006"/>
          </a:xfrm>
          <a:prstGeom prst="rect">
            <a:avLst/>
          </a:prstGeom>
        </p:spPr>
      </p:pic>
    </p:spTree>
    <p:extLst>
      <p:ext uri="{BB962C8B-B14F-4D97-AF65-F5344CB8AC3E}">
        <p14:creationId xmlns:p14="http://schemas.microsoft.com/office/powerpoint/2010/main" val="635010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233063-CB8B-8C1A-D20D-32455FE0A88F}"/>
              </a:ext>
            </a:extLst>
          </p:cNvPr>
          <p:cNvSpPr>
            <a:spLocks noGrp="1"/>
          </p:cNvSpPr>
          <p:nvPr>
            <p:ph type="title"/>
          </p:nvPr>
        </p:nvSpPr>
        <p:spPr/>
        <p:txBody>
          <a:bodyPr/>
          <a:lstStyle/>
          <a:p>
            <a:r>
              <a:rPr lang="nl-NL" dirty="0">
                <a:solidFill>
                  <a:schemeClr val="bg1"/>
                </a:solidFill>
              </a:rPr>
              <a:t>Dit gaat goed</a:t>
            </a:r>
          </a:p>
        </p:txBody>
      </p:sp>
      <p:sp>
        <p:nvSpPr>
          <p:cNvPr id="7" name="Tijdelijke aanduiding voor inhoud 6">
            <a:extLst>
              <a:ext uri="{FF2B5EF4-FFF2-40B4-BE49-F238E27FC236}">
                <a16:creationId xmlns:a16="http://schemas.microsoft.com/office/drawing/2014/main" id="{22CC7F04-FDEE-78FC-D4F3-B7549B6128C3}"/>
              </a:ext>
            </a:extLst>
          </p:cNvPr>
          <p:cNvSpPr>
            <a:spLocks noGrp="1"/>
          </p:cNvSpPr>
          <p:nvPr>
            <p:ph idx="1"/>
          </p:nvPr>
        </p:nvSpPr>
        <p:spPr/>
        <p:txBody>
          <a:bodyPr/>
          <a:lstStyle/>
          <a:p>
            <a:pPr marL="0" indent="0">
              <a:buNone/>
            </a:pPr>
            <a:r>
              <a:rPr lang="nl-NL" dirty="0"/>
              <a:t> </a:t>
            </a:r>
          </a:p>
        </p:txBody>
      </p:sp>
      <p:pic>
        <p:nvPicPr>
          <p:cNvPr id="9" name="Afbeelding 8">
            <a:extLst>
              <a:ext uri="{FF2B5EF4-FFF2-40B4-BE49-F238E27FC236}">
                <a16:creationId xmlns:a16="http://schemas.microsoft.com/office/drawing/2014/main" id="{65E81FFA-366E-5089-CB22-D84AAE04DB9E}"/>
              </a:ext>
            </a:extLst>
          </p:cNvPr>
          <p:cNvPicPr>
            <a:picLocks noChangeAspect="1"/>
          </p:cNvPicPr>
          <p:nvPr/>
        </p:nvPicPr>
        <p:blipFill>
          <a:blip r:embed="rId2"/>
          <a:stretch>
            <a:fillRect/>
          </a:stretch>
        </p:blipFill>
        <p:spPr>
          <a:xfrm>
            <a:off x="775756" y="4673271"/>
            <a:ext cx="9966970" cy="1559538"/>
          </a:xfrm>
          <a:prstGeom prst="rect">
            <a:avLst/>
          </a:prstGeom>
        </p:spPr>
      </p:pic>
      <p:pic>
        <p:nvPicPr>
          <p:cNvPr id="11" name="Afbeelding 10">
            <a:extLst>
              <a:ext uri="{FF2B5EF4-FFF2-40B4-BE49-F238E27FC236}">
                <a16:creationId xmlns:a16="http://schemas.microsoft.com/office/drawing/2014/main" id="{6D5612F4-213E-4E20-13B8-BAEC595DE991}"/>
              </a:ext>
            </a:extLst>
          </p:cNvPr>
          <p:cNvPicPr>
            <a:picLocks noChangeAspect="1"/>
          </p:cNvPicPr>
          <p:nvPr/>
        </p:nvPicPr>
        <p:blipFill>
          <a:blip r:embed="rId3"/>
          <a:stretch>
            <a:fillRect/>
          </a:stretch>
        </p:blipFill>
        <p:spPr>
          <a:xfrm>
            <a:off x="775756" y="1498935"/>
            <a:ext cx="7005776" cy="2820295"/>
          </a:xfrm>
          <a:prstGeom prst="rect">
            <a:avLst/>
          </a:prstGeom>
        </p:spPr>
      </p:pic>
    </p:spTree>
    <p:extLst>
      <p:ext uri="{BB962C8B-B14F-4D97-AF65-F5344CB8AC3E}">
        <p14:creationId xmlns:p14="http://schemas.microsoft.com/office/powerpoint/2010/main" val="1805093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D3D088-EB17-D3E3-5E3A-A9DD3136BDF9}"/>
              </a:ext>
            </a:extLst>
          </p:cNvPr>
          <p:cNvSpPr>
            <a:spLocks noGrp="1"/>
          </p:cNvSpPr>
          <p:nvPr>
            <p:ph type="title"/>
          </p:nvPr>
        </p:nvSpPr>
        <p:spPr/>
        <p:txBody>
          <a:bodyPr/>
          <a:lstStyle/>
          <a:p>
            <a:r>
              <a:rPr lang="nl-NL" dirty="0">
                <a:solidFill>
                  <a:schemeClr val="bg1"/>
                </a:solidFill>
              </a:rPr>
              <a:t>Overlap met Interface </a:t>
            </a:r>
            <a:r>
              <a:rPr lang="nl-NL" dirty="0" err="1">
                <a:solidFill>
                  <a:schemeClr val="bg1"/>
                </a:solidFill>
              </a:rPr>
              <a:t>Segregation</a:t>
            </a:r>
            <a:r>
              <a:rPr lang="nl-NL" dirty="0">
                <a:solidFill>
                  <a:schemeClr val="bg1"/>
                </a:solidFill>
              </a:rPr>
              <a:t> </a:t>
            </a:r>
            <a:r>
              <a:rPr lang="nl-NL" dirty="0" err="1">
                <a:solidFill>
                  <a:schemeClr val="bg1"/>
                </a:solidFill>
              </a:rPr>
              <a:t>Principle</a:t>
            </a:r>
            <a:endParaRPr lang="nl-NL" dirty="0">
              <a:solidFill>
                <a:schemeClr val="bg1"/>
              </a:solidFill>
            </a:endParaRPr>
          </a:p>
        </p:txBody>
      </p:sp>
      <p:pic>
        <p:nvPicPr>
          <p:cNvPr id="5" name="Tijdelijke aanduiding voor inhoud 4">
            <a:extLst>
              <a:ext uri="{FF2B5EF4-FFF2-40B4-BE49-F238E27FC236}">
                <a16:creationId xmlns:a16="http://schemas.microsoft.com/office/drawing/2014/main" id="{CFDF17B8-575A-BE7E-91FA-49799EA8734D}"/>
              </a:ext>
            </a:extLst>
          </p:cNvPr>
          <p:cNvPicPr>
            <a:picLocks noGrp="1" noChangeAspect="1"/>
          </p:cNvPicPr>
          <p:nvPr>
            <p:ph idx="1"/>
          </p:nvPr>
        </p:nvPicPr>
        <p:blipFill>
          <a:blip r:embed="rId2"/>
          <a:stretch>
            <a:fillRect/>
          </a:stretch>
        </p:blipFill>
        <p:spPr>
          <a:xfrm>
            <a:off x="1200033" y="2275775"/>
            <a:ext cx="5268060" cy="3439005"/>
          </a:xfrm>
        </p:spPr>
      </p:pic>
    </p:spTree>
    <p:extLst>
      <p:ext uri="{BB962C8B-B14F-4D97-AF65-F5344CB8AC3E}">
        <p14:creationId xmlns:p14="http://schemas.microsoft.com/office/powerpoint/2010/main" val="3625715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CF74-C8B0-CD4C-BAF0-99466336E1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A26E1B-DDAD-8F1F-7124-18E03EE66B9E}"/>
              </a:ext>
            </a:extLst>
          </p:cNvPr>
          <p:cNvSpPr>
            <a:spLocks noGrp="1"/>
          </p:cNvSpPr>
          <p:nvPr>
            <p:ph type="title"/>
          </p:nvPr>
        </p:nvSpPr>
        <p:spPr/>
        <p:txBody>
          <a:bodyPr/>
          <a:lstStyle/>
          <a:p>
            <a:r>
              <a:rPr lang="nl-NL" dirty="0">
                <a:solidFill>
                  <a:schemeClr val="bg1"/>
                </a:solidFill>
              </a:rPr>
              <a:t>Oefening</a:t>
            </a:r>
            <a:endParaRPr lang="nl-NL" dirty="0"/>
          </a:p>
        </p:txBody>
      </p:sp>
      <p:sp>
        <p:nvSpPr>
          <p:cNvPr id="3" name="Tijdelijke aanduiding voor inhoud 2">
            <a:extLst>
              <a:ext uri="{FF2B5EF4-FFF2-40B4-BE49-F238E27FC236}">
                <a16:creationId xmlns:a16="http://schemas.microsoft.com/office/drawing/2014/main" id="{9AC90C7A-44C9-D513-7CA2-E97AAAB5FFDA}"/>
              </a:ext>
            </a:extLst>
          </p:cNvPr>
          <p:cNvSpPr>
            <a:spLocks noGrp="1"/>
          </p:cNvSpPr>
          <p:nvPr>
            <p:ph idx="1"/>
          </p:nvPr>
        </p:nvSpPr>
        <p:spPr/>
        <p:txBody>
          <a:bodyPr/>
          <a:lstStyle/>
          <a:p>
            <a:pPr marL="0" indent="0">
              <a:buNone/>
            </a:pPr>
            <a:r>
              <a:rPr lang="nl-NL" dirty="0"/>
              <a:t> </a:t>
            </a:r>
          </a:p>
        </p:txBody>
      </p:sp>
    </p:spTree>
    <p:extLst>
      <p:ext uri="{BB962C8B-B14F-4D97-AF65-F5344CB8AC3E}">
        <p14:creationId xmlns:p14="http://schemas.microsoft.com/office/powerpoint/2010/main" val="1845418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8F46-CAE8-51F2-A9B9-CE149D46FCB6}"/>
              </a:ext>
            </a:extLst>
          </p:cNvPr>
          <p:cNvSpPr>
            <a:spLocks noGrp="1"/>
          </p:cNvSpPr>
          <p:nvPr>
            <p:ph type="title"/>
          </p:nvPr>
        </p:nvSpPr>
        <p:spPr/>
        <p:txBody>
          <a:bodyPr/>
          <a:lstStyle/>
          <a:p>
            <a:r>
              <a:rPr lang="en-US" b="1" dirty="0">
                <a:solidFill>
                  <a:schemeClr val="bg1"/>
                </a:solidFill>
              </a:rPr>
              <a:t>Open closed principle</a:t>
            </a:r>
            <a:endParaRPr lang="en-NL" b="1" dirty="0">
              <a:solidFill>
                <a:schemeClr val="bg1"/>
              </a:solidFill>
            </a:endParaRPr>
          </a:p>
        </p:txBody>
      </p:sp>
      <p:sp>
        <p:nvSpPr>
          <p:cNvPr id="3" name="Content Placeholder 2">
            <a:extLst>
              <a:ext uri="{FF2B5EF4-FFF2-40B4-BE49-F238E27FC236}">
                <a16:creationId xmlns:a16="http://schemas.microsoft.com/office/drawing/2014/main" id="{FAABFCA9-74E1-D7D4-8E95-0B249FC7C876}"/>
              </a:ext>
            </a:extLst>
          </p:cNvPr>
          <p:cNvSpPr>
            <a:spLocks noGrp="1"/>
          </p:cNvSpPr>
          <p:nvPr>
            <p:ph idx="1"/>
          </p:nvPr>
        </p:nvSpPr>
        <p:spPr/>
        <p:txBody>
          <a:bodyPr/>
          <a:lstStyle/>
          <a:p>
            <a:pPr marL="0" indent="0">
              <a:buNone/>
            </a:pPr>
            <a:r>
              <a:rPr lang="en-US" dirty="0">
                <a:solidFill>
                  <a:schemeClr val="bg1"/>
                </a:solidFill>
              </a:rPr>
              <a:t>“software entities (like classes, modules, and functions) should be open for extension but closed for modification”</a:t>
            </a:r>
            <a:endParaRPr lang="en-NL" dirty="0">
              <a:solidFill>
                <a:schemeClr val="bg1"/>
              </a:solidFill>
            </a:endParaRPr>
          </a:p>
        </p:txBody>
      </p:sp>
      <p:pic>
        <p:nvPicPr>
          <p:cNvPr id="5" name="Picture 4">
            <a:extLst>
              <a:ext uri="{FF2B5EF4-FFF2-40B4-BE49-F238E27FC236}">
                <a16:creationId xmlns:a16="http://schemas.microsoft.com/office/drawing/2014/main" id="{BC5E3430-5457-5328-5F0C-C0043B85075D}"/>
              </a:ext>
            </a:extLst>
          </p:cNvPr>
          <p:cNvPicPr>
            <a:picLocks noChangeAspect="1"/>
          </p:cNvPicPr>
          <p:nvPr/>
        </p:nvPicPr>
        <p:blipFill>
          <a:blip r:embed="rId2"/>
          <a:stretch>
            <a:fillRect/>
          </a:stretch>
        </p:blipFill>
        <p:spPr>
          <a:xfrm>
            <a:off x="879143" y="2669317"/>
            <a:ext cx="7881346" cy="4081775"/>
          </a:xfrm>
          <a:prstGeom prst="rect">
            <a:avLst/>
          </a:prstGeom>
        </p:spPr>
      </p:pic>
    </p:spTree>
    <p:extLst>
      <p:ext uri="{BB962C8B-B14F-4D97-AF65-F5344CB8AC3E}">
        <p14:creationId xmlns:p14="http://schemas.microsoft.com/office/powerpoint/2010/main" val="2327550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21813C-78B2-38C1-4E96-2E9D6A5D3A81}"/>
              </a:ext>
            </a:extLst>
          </p:cNvPr>
          <p:cNvSpPr>
            <a:spLocks noGrp="1"/>
          </p:cNvSpPr>
          <p:nvPr>
            <p:ph type="title"/>
          </p:nvPr>
        </p:nvSpPr>
        <p:spPr/>
        <p:txBody>
          <a:bodyPr/>
          <a:lstStyle/>
          <a:p>
            <a:r>
              <a:rPr lang="nl-NL" dirty="0">
                <a:solidFill>
                  <a:schemeClr val="bg1"/>
                </a:solidFill>
              </a:rPr>
              <a:t>Voorbeeld</a:t>
            </a:r>
          </a:p>
        </p:txBody>
      </p:sp>
      <p:pic>
        <p:nvPicPr>
          <p:cNvPr id="5" name="Tijdelijke aanduiding voor inhoud 4">
            <a:extLst>
              <a:ext uri="{FF2B5EF4-FFF2-40B4-BE49-F238E27FC236}">
                <a16:creationId xmlns:a16="http://schemas.microsoft.com/office/drawing/2014/main" id="{E94BD702-B39E-7170-FDA6-F5B12FBD8BE7}"/>
              </a:ext>
            </a:extLst>
          </p:cNvPr>
          <p:cNvPicPr>
            <a:picLocks noGrp="1" noChangeAspect="1"/>
          </p:cNvPicPr>
          <p:nvPr>
            <p:ph idx="1"/>
          </p:nvPr>
        </p:nvPicPr>
        <p:blipFill>
          <a:blip r:embed="rId2"/>
          <a:stretch>
            <a:fillRect/>
          </a:stretch>
        </p:blipFill>
        <p:spPr>
          <a:xfrm>
            <a:off x="1319518" y="1404185"/>
            <a:ext cx="2791215" cy="3705742"/>
          </a:xfrm>
        </p:spPr>
      </p:pic>
      <p:pic>
        <p:nvPicPr>
          <p:cNvPr id="1026" name="Picture 2" descr="Jaren 30 Woning Cattepoelseweg Arnhem granito vloer | Huis inrichting jaren  30, Jaren '30 huis, Huis ideeën">
            <a:extLst>
              <a:ext uri="{FF2B5EF4-FFF2-40B4-BE49-F238E27FC236}">
                <a16:creationId xmlns:a16="http://schemas.microsoft.com/office/drawing/2014/main" id="{BF34DAF1-DF59-D502-D35D-25B37C475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075" y="1418730"/>
            <a:ext cx="5578465" cy="3712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049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3FC59-B227-B42E-BD3A-5669F24324CE}"/>
              </a:ext>
            </a:extLst>
          </p:cNvPr>
          <p:cNvSpPr>
            <a:spLocks noGrp="1"/>
          </p:cNvSpPr>
          <p:nvPr>
            <p:ph type="title"/>
          </p:nvPr>
        </p:nvSpPr>
        <p:spPr/>
        <p:txBody>
          <a:bodyPr/>
          <a:lstStyle/>
          <a:p>
            <a:r>
              <a:rPr lang="en-US" b="1" dirty="0">
                <a:solidFill>
                  <a:schemeClr val="bg1"/>
                </a:solidFill>
              </a:rPr>
              <a:t>GRASP</a:t>
            </a:r>
            <a:br>
              <a:rPr lang="nl-NL" b="1" dirty="0">
                <a:solidFill>
                  <a:schemeClr val="bg1"/>
                </a:solidFill>
              </a:rPr>
            </a:br>
            <a:endParaRPr lang="nl-NL" b="1" dirty="0">
              <a:solidFill>
                <a:schemeClr val="bg1"/>
              </a:solidFill>
            </a:endParaRPr>
          </a:p>
        </p:txBody>
      </p:sp>
      <p:sp>
        <p:nvSpPr>
          <p:cNvPr id="3" name="Tijdelijke aanduiding voor inhoud 2">
            <a:extLst>
              <a:ext uri="{FF2B5EF4-FFF2-40B4-BE49-F238E27FC236}">
                <a16:creationId xmlns:a16="http://schemas.microsoft.com/office/drawing/2014/main" id="{D8CA0978-0715-42C8-8080-D295599B4B58}"/>
              </a:ext>
            </a:extLst>
          </p:cNvPr>
          <p:cNvSpPr>
            <a:spLocks noGrp="1"/>
          </p:cNvSpPr>
          <p:nvPr>
            <p:ph idx="1"/>
          </p:nvPr>
        </p:nvSpPr>
        <p:spPr/>
        <p:txBody>
          <a:bodyPr/>
          <a:lstStyle/>
          <a:p>
            <a:pPr marL="0" indent="0">
              <a:buNone/>
            </a:pPr>
            <a:r>
              <a:rPr lang="en-US" b="1" dirty="0" err="1">
                <a:solidFill>
                  <a:schemeClr val="bg1"/>
                </a:solidFill>
              </a:rPr>
              <a:t>Polymorfism</a:t>
            </a:r>
            <a:endParaRPr lang="en-US" b="1" dirty="0">
              <a:solidFill>
                <a:schemeClr val="bg1"/>
              </a:solidFill>
            </a:endParaRPr>
          </a:p>
          <a:p>
            <a:r>
              <a:rPr lang="nl-NL" dirty="0">
                <a:solidFill>
                  <a:schemeClr val="bg1"/>
                </a:solidFill>
              </a:rPr>
              <a:t>Zorgt ervoor dat je verschillende objecten op dezelfde manier kunt gebruiken, bijvoorbeeld via een interface.</a:t>
            </a:r>
          </a:p>
          <a:p>
            <a:r>
              <a:rPr lang="nl-NL" dirty="0">
                <a:solidFill>
                  <a:schemeClr val="bg1"/>
                </a:solidFill>
              </a:rPr>
              <a:t>De aanroepende code hoeft niet te weten welk concreet type wordt gebruikt; het werkt met het abstracte type.</a:t>
            </a:r>
            <a:endParaRPr lang="en-US" dirty="0">
              <a:solidFill>
                <a:schemeClr val="bg1"/>
              </a:solidFill>
            </a:endParaRPr>
          </a:p>
          <a:p>
            <a:pPr marL="0" indent="0">
              <a:buNone/>
            </a:pPr>
            <a:br>
              <a:rPr lang="en-US" dirty="0">
                <a:solidFill>
                  <a:schemeClr val="bg1"/>
                </a:solidFill>
              </a:rPr>
            </a:br>
            <a:r>
              <a:rPr lang="en-US" b="1" dirty="0">
                <a:solidFill>
                  <a:schemeClr val="bg1"/>
                </a:solidFill>
              </a:rPr>
              <a:t>Protected variations</a:t>
            </a:r>
          </a:p>
          <a:p>
            <a:r>
              <a:rPr lang="en-US" dirty="0">
                <a:solidFill>
                  <a:schemeClr val="bg1"/>
                </a:solidFill>
              </a:rPr>
              <a:t>Verberg </a:t>
            </a:r>
            <a:r>
              <a:rPr lang="en-US" dirty="0" err="1">
                <a:solidFill>
                  <a:schemeClr val="bg1"/>
                </a:solidFill>
              </a:rPr>
              <a:t>dingen</a:t>
            </a:r>
            <a:r>
              <a:rPr lang="en-US" dirty="0">
                <a:solidFill>
                  <a:schemeClr val="bg1"/>
                </a:solidFill>
              </a:rPr>
              <a:t> die </a:t>
            </a:r>
            <a:r>
              <a:rPr lang="en-US" dirty="0" err="1">
                <a:solidFill>
                  <a:schemeClr val="bg1"/>
                </a:solidFill>
              </a:rPr>
              <a:t>vaak</a:t>
            </a:r>
            <a:r>
              <a:rPr lang="en-US" dirty="0">
                <a:solidFill>
                  <a:schemeClr val="bg1"/>
                </a:solidFill>
              </a:rPr>
              <a:t> </a:t>
            </a:r>
            <a:r>
              <a:rPr lang="en-US" dirty="0" err="1">
                <a:solidFill>
                  <a:schemeClr val="bg1"/>
                </a:solidFill>
              </a:rPr>
              <a:t>veranderen</a:t>
            </a:r>
            <a:r>
              <a:rPr lang="en-US" dirty="0">
                <a:solidFill>
                  <a:schemeClr val="bg1"/>
                </a:solidFill>
              </a:rPr>
              <a:t> achter </a:t>
            </a:r>
            <a:r>
              <a:rPr lang="en-US" dirty="0" err="1">
                <a:solidFill>
                  <a:schemeClr val="bg1"/>
                </a:solidFill>
              </a:rPr>
              <a:t>een</a:t>
            </a:r>
            <a:r>
              <a:rPr lang="en-US" dirty="0">
                <a:solidFill>
                  <a:schemeClr val="bg1"/>
                </a:solidFill>
              </a:rPr>
              <a:t> </a:t>
            </a:r>
            <a:r>
              <a:rPr lang="en-US" dirty="0" err="1">
                <a:solidFill>
                  <a:schemeClr val="bg1"/>
                </a:solidFill>
              </a:rPr>
              <a:t>abstractie</a:t>
            </a:r>
            <a:endParaRPr lang="en-US" dirty="0">
              <a:solidFill>
                <a:schemeClr val="bg1"/>
              </a:solidFill>
            </a:endParaRPr>
          </a:p>
        </p:txBody>
      </p:sp>
      <p:pic>
        <p:nvPicPr>
          <p:cNvPr id="4" name="Content Placeholder 3">
            <a:extLst>
              <a:ext uri="{FF2B5EF4-FFF2-40B4-BE49-F238E27FC236}">
                <a16:creationId xmlns:a16="http://schemas.microsoft.com/office/drawing/2014/main" id="{6DAF3091-709F-0BDA-E7B9-3E695C93A2A5}"/>
              </a:ext>
            </a:extLst>
          </p:cNvPr>
          <p:cNvPicPr>
            <a:picLocks noChangeAspect="1"/>
          </p:cNvPicPr>
          <p:nvPr/>
        </p:nvPicPr>
        <p:blipFill>
          <a:blip r:embed="rId2"/>
          <a:stretch>
            <a:fillRect/>
          </a:stretch>
        </p:blipFill>
        <p:spPr>
          <a:xfrm>
            <a:off x="8421547" y="194529"/>
            <a:ext cx="2351797" cy="1861839"/>
          </a:xfrm>
          <a:prstGeom prst="rect">
            <a:avLst/>
          </a:prstGeom>
        </p:spPr>
      </p:pic>
    </p:spTree>
    <p:extLst>
      <p:ext uri="{BB962C8B-B14F-4D97-AF65-F5344CB8AC3E}">
        <p14:creationId xmlns:p14="http://schemas.microsoft.com/office/powerpoint/2010/main" val="37223549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CC52F32E-1453-7108-B596-2D6BA009A461}"/>
              </a:ext>
            </a:extLst>
          </p:cNvPr>
          <p:cNvSpPr>
            <a:spLocks noGrp="1"/>
          </p:cNvSpPr>
          <p:nvPr>
            <p:ph idx="1"/>
          </p:nvPr>
        </p:nvSpPr>
        <p:spPr/>
        <p:txBody>
          <a:bodyPr/>
          <a:lstStyle/>
          <a:p>
            <a:pPr marL="0" indent="0">
              <a:buNone/>
            </a:pPr>
            <a:r>
              <a:rPr lang="nl-NL" dirty="0"/>
              <a:t> </a:t>
            </a:r>
          </a:p>
        </p:txBody>
      </p:sp>
      <p:pic>
        <p:nvPicPr>
          <p:cNvPr id="12" name="Afbeelding 11">
            <a:extLst>
              <a:ext uri="{FF2B5EF4-FFF2-40B4-BE49-F238E27FC236}">
                <a16:creationId xmlns:a16="http://schemas.microsoft.com/office/drawing/2014/main" id="{FBB63661-7EA6-51E0-298E-5BE6CBCB7C0A}"/>
              </a:ext>
            </a:extLst>
          </p:cNvPr>
          <p:cNvPicPr>
            <a:picLocks noChangeAspect="1"/>
          </p:cNvPicPr>
          <p:nvPr/>
        </p:nvPicPr>
        <p:blipFill>
          <a:blip r:embed="rId2"/>
          <a:stretch>
            <a:fillRect/>
          </a:stretch>
        </p:blipFill>
        <p:spPr>
          <a:xfrm>
            <a:off x="1363570" y="418839"/>
            <a:ext cx="9464860" cy="6020322"/>
          </a:xfrm>
          <a:prstGeom prst="rect">
            <a:avLst/>
          </a:prstGeom>
        </p:spPr>
      </p:pic>
    </p:spTree>
    <p:extLst>
      <p:ext uri="{BB962C8B-B14F-4D97-AF65-F5344CB8AC3E}">
        <p14:creationId xmlns:p14="http://schemas.microsoft.com/office/powerpoint/2010/main" val="950674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FF6EB0-67BB-18E6-4049-8C946CD4CE9F}"/>
              </a:ext>
            </a:extLst>
          </p:cNvPr>
          <p:cNvSpPr>
            <a:spLocks noGrp="1"/>
          </p:cNvSpPr>
          <p:nvPr>
            <p:ph type="title"/>
          </p:nvPr>
        </p:nvSpPr>
        <p:spPr/>
        <p:txBody>
          <a:bodyPr/>
          <a:lstStyle/>
          <a:p>
            <a:r>
              <a:rPr lang="nl-NL" dirty="0">
                <a:solidFill>
                  <a:schemeClr val="bg1"/>
                </a:solidFill>
              </a:rPr>
              <a:t>Zo kan het ook</a:t>
            </a:r>
          </a:p>
        </p:txBody>
      </p:sp>
      <p:sp>
        <p:nvSpPr>
          <p:cNvPr id="6" name="Tekstvak 5">
            <a:extLst>
              <a:ext uri="{FF2B5EF4-FFF2-40B4-BE49-F238E27FC236}">
                <a16:creationId xmlns:a16="http://schemas.microsoft.com/office/drawing/2014/main" id="{DBB1087F-92CD-4D52-A020-F2CC8DB37C1B}"/>
              </a:ext>
            </a:extLst>
          </p:cNvPr>
          <p:cNvSpPr txBox="1"/>
          <p:nvPr/>
        </p:nvSpPr>
        <p:spPr>
          <a:xfrm>
            <a:off x="5983636" y="1909035"/>
            <a:ext cx="5208684" cy="1754326"/>
          </a:xfrm>
          <a:prstGeom prst="rect">
            <a:avLst/>
          </a:prstGeom>
          <a:noFill/>
        </p:spPr>
        <p:txBody>
          <a:bodyPr wrap="square" rtlCol="0">
            <a:spAutoFit/>
          </a:bodyPr>
          <a:lstStyle/>
          <a:p>
            <a:r>
              <a:rPr lang="nl-NL" sz="3600" dirty="0">
                <a:solidFill>
                  <a:schemeClr val="bg1"/>
                </a:solidFill>
              </a:rPr>
              <a:t>…maar voldoet dit aan alle </a:t>
            </a:r>
            <a:r>
              <a:rPr lang="nl-NL" sz="3600" dirty="0" err="1">
                <a:solidFill>
                  <a:schemeClr val="bg1"/>
                </a:solidFill>
              </a:rPr>
              <a:t>solid</a:t>
            </a:r>
            <a:r>
              <a:rPr lang="nl-NL" sz="3600" dirty="0">
                <a:solidFill>
                  <a:schemeClr val="bg1"/>
                </a:solidFill>
              </a:rPr>
              <a:t>/</a:t>
            </a:r>
            <a:r>
              <a:rPr lang="nl-NL" sz="3600" dirty="0" err="1">
                <a:solidFill>
                  <a:schemeClr val="bg1"/>
                </a:solidFill>
              </a:rPr>
              <a:t>grasp</a:t>
            </a:r>
            <a:r>
              <a:rPr lang="nl-NL" sz="3600" dirty="0">
                <a:solidFill>
                  <a:schemeClr val="bg1"/>
                </a:solidFill>
              </a:rPr>
              <a:t>-principes?</a:t>
            </a:r>
          </a:p>
        </p:txBody>
      </p:sp>
      <p:sp>
        <p:nvSpPr>
          <p:cNvPr id="8" name="Tijdelijke aanduiding voor inhoud 7">
            <a:extLst>
              <a:ext uri="{FF2B5EF4-FFF2-40B4-BE49-F238E27FC236}">
                <a16:creationId xmlns:a16="http://schemas.microsoft.com/office/drawing/2014/main" id="{B56AA32A-3CED-CC49-3393-4EA8C227EDDC}"/>
              </a:ext>
            </a:extLst>
          </p:cNvPr>
          <p:cNvSpPr>
            <a:spLocks noGrp="1"/>
          </p:cNvSpPr>
          <p:nvPr>
            <p:ph idx="1"/>
          </p:nvPr>
        </p:nvSpPr>
        <p:spPr>
          <a:xfrm>
            <a:off x="838200" y="1825625"/>
            <a:ext cx="5719011" cy="4351338"/>
          </a:xfrm>
        </p:spPr>
        <p:txBody>
          <a:bodyPr/>
          <a:lstStyle/>
          <a:p>
            <a:pPr marL="0" indent="0">
              <a:buNone/>
            </a:pPr>
            <a:r>
              <a:rPr lang="nl-NL" dirty="0"/>
              <a:t> </a:t>
            </a:r>
          </a:p>
        </p:txBody>
      </p:sp>
      <p:pic>
        <p:nvPicPr>
          <p:cNvPr id="10" name="Afbeelding 9">
            <a:extLst>
              <a:ext uri="{FF2B5EF4-FFF2-40B4-BE49-F238E27FC236}">
                <a16:creationId xmlns:a16="http://schemas.microsoft.com/office/drawing/2014/main" id="{D60403ED-17E7-7CFD-8C83-74FFAF25A1C4}"/>
              </a:ext>
            </a:extLst>
          </p:cNvPr>
          <p:cNvPicPr>
            <a:picLocks noChangeAspect="1"/>
          </p:cNvPicPr>
          <p:nvPr/>
        </p:nvPicPr>
        <p:blipFill>
          <a:blip r:embed="rId2"/>
          <a:stretch>
            <a:fillRect/>
          </a:stretch>
        </p:blipFill>
        <p:spPr>
          <a:xfrm>
            <a:off x="999680" y="1825625"/>
            <a:ext cx="4614711" cy="3408112"/>
          </a:xfrm>
          <a:prstGeom prst="rect">
            <a:avLst/>
          </a:prstGeom>
        </p:spPr>
      </p:pic>
    </p:spTree>
    <p:extLst>
      <p:ext uri="{BB962C8B-B14F-4D97-AF65-F5344CB8AC3E}">
        <p14:creationId xmlns:p14="http://schemas.microsoft.com/office/powerpoint/2010/main" val="27188937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9A01F9-B82B-BA39-E0FB-8DCE589F7827}"/>
              </a:ext>
            </a:extLst>
          </p:cNvPr>
          <p:cNvSpPr>
            <a:spLocks noGrp="1"/>
          </p:cNvSpPr>
          <p:nvPr>
            <p:ph type="title"/>
          </p:nvPr>
        </p:nvSpPr>
        <p:spPr/>
        <p:txBody>
          <a:bodyPr/>
          <a:lstStyle/>
          <a:p>
            <a:r>
              <a:rPr lang="nl-NL" dirty="0">
                <a:solidFill>
                  <a:schemeClr val="bg1"/>
                </a:solidFill>
              </a:rPr>
              <a:t>Zo is het beter</a:t>
            </a:r>
          </a:p>
        </p:txBody>
      </p:sp>
      <p:sp>
        <p:nvSpPr>
          <p:cNvPr id="4" name="Tijdelijke aanduiding voor inhoud 3">
            <a:extLst>
              <a:ext uri="{FF2B5EF4-FFF2-40B4-BE49-F238E27FC236}">
                <a16:creationId xmlns:a16="http://schemas.microsoft.com/office/drawing/2014/main" id="{B9A2C902-661C-4921-100F-54C3DE949728}"/>
              </a:ext>
            </a:extLst>
          </p:cNvPr>
          <p:cNvSpPr>
            <a:spLocks noGrp="1"/>
          </p:cNvSpPr>
          <p:nvPr>
            <p:ph idx="1"/>
          </p:nvPr>
        </p:nvSpPr>
        <p:spPr/>
        <p:txBody>
          <a:bodyPr/>
          <a:lstStyle/>
          <a:p>
            <a:pPr marL="0" indent="0">
              <a:buNone/>
            </a:pPr>
            <a:r>
              <a:rPr lang="nl-NL" dirty="0"/>
              <a:t> </a:t>
            </a:r>
          </a:p>
        </p:txBody>
      </p:sp>
      <p:pic>
        <p:nvPicPr>
          <p:cNvPr id="7" name="Afbeelding 6">
            <a:extLst>
              <a:ext uri="{FF2B5EF4-FFF2-40B4-BE49-F238E27FC236}">
                <a16:creationId xmlns:a16="http://schemas.microsoft.com/office/drawing/2014/main" id="{7E2256D7-A5B0-BE77-5FBD-CAFF722B9F17}"/>
              </a:ext>
            </a:extLst>
          </p:cNvPr>
          <p:cNvPicPr>
            <a:picLocks noChangeAspect="1"/>
          </p:cNvPicPr>
          <p:nvPr/>
        </p:nvPicPr>
        <p:blipFill>
          <a:blip r:embed="rId2"/>
          <a:stretch>
            <a:fillRect/>
          </a:stretch>
        </p:blipFill>
        <p:spPr>
          <a:xfrm>
            <a:off x="964451" y="1597629"/>
            <a:ext cx="6485182" cy="3795089"/>
          </a:xfrm>
          <a:prstGeom prst="rect">
            <a:avLst/>
          </a:prstGeom>
        </p:spPr>
      </p:pic>
      <p:pic>
        <p:nvPicPr>
          <p:cNvPr id="8" name="Picture 11">
            <a:extLst>
              <a:ext uri="{FF2B5EF4-FFF2-40B4-BE49-F238E27FC236}">
                <a16:creationId xmlns:a16="http://schemas.microsoft.com/office/drawing/2014/main" id="{3A58F533-7410-5852-E322-B5BAC4284E6E}"/>
              </a:ext>
            </a:extLst>
          </p:cNvPr>
          <p:cNvPicPr>
            <a:picLocks noChangeAspect="1"/>
          </p:cNvPicPr>
          <p:nvPr/>
        </p:nvPicPr>
        <p:blipFill>
          <a:blip r:embed="rId3"/>
          <a:stretch>
            <a:fillRect/>
          </a:stretch>
        </p:blipFill>
        <p:spPr>
          <a:xfrm>
            <a:off x="8373884" y="450133"/>
            <a:ext cx="2743583" cy="2172003"/>
          </a:xfrm>
          <a:prstGeom prst="rect">
            <a:avLst/>
          </a:prstGeom>
        </p:spPr>
      </p:pic>
      <p:sp>
        <p:nvSpPr>
          <p:cNvPr id="9" name="Tekstvak 8">
            <a:extLst>
              <a:ext uri="{FF2B5EF4-FFF2-40B4-BE49-F238E27FC236}">
                <a16:creationId xmlns:a16="http://schemas.microsoft.com/office/drawing/2014/main" id="{3F1390A6-6F48-0A3A-BE05-33A7FA9D7274}"/>
              </a:ext>
            </a:extLst>
          </p:cNvPr>
          <p:cNvSpPr txBox="1"/>
          <p:nvPr/>
        </p:nvSpPr>
        <p:spPr>
          <a:xfrm>
            <a:off x="8319836" y="2707144"/>
            <a:ext cx="2683043" cy="646331"/>
          </a:xfrm>
          <a:prstGeom prst="rect">
            <a:avLst/>
          </a:prstGeom>
          <a:noFill/>
        </p:spPr>
        <p:txBody>
          <a:bodyPr wrap="square" rtlCol="0">
            <a:spAutoFit/>
          </a:bodyPr>
          <a:lstStyle/>
          <a:p>
            <a:r>
              <a:rPr lang="nl-NL" b="1" dirty="0">
                <a:solidFill>
                  <a:schemeClr val="bg1"/>
                </a:solidFill>
              </a:rPr>
              <a:t>-</a:t>
            </a:r>
            <a:r>
              <a:rPr lang="nl-NL" b="1" dirty="0" err="1">
                <a:solidFill>
                  <a:schemeClr val="bg1"/>
                </a:solidFill>
              </a:rPr>
              <a:t>Protected</a:t>
            </a:r>
            <a:r>
              <a:rPr lang="nl-NL" b="1" dirty="0">
                <a:solidFill>
                  <a:schemeClr val="bg1"/>
                </a:solidFill>
              </a:rPr>
              <a:t> </a:t>
            </a:r>
            <a:r>
              <a:rPr lang="nl-NL" b="1" dirty="0" err="1">
                <a:solidFill>
                  <a:schemeClr val="bg1"/>
                </a:solidFill>
              </a:rPr>
              <a:t>Variations</a:t>
            </a:r>
            <a:endParaRPr lang="nl-NL" b="1" dirty="0">
              <a:solidFill>
                <a:schemeClr val="bg1"/>
              </a:solidFill>
            </a:endParaRPr>
          </a:p>
          <a:p>
            <a:r>
              <a:rPr lang="nl-NL" b="1" dirty="0">
                <a:solidFill>
                  <a:schemeClr val="bg1"/>
                </a:solidFill>
              </a:rPr>
              <a:t>-</a:t>
            </a:r>
            <a:r>
              <a:rPr lang="nl-NL" b="1" dirty="0" err="1">
                <a:solidFill>
                  <a:schemeClr val="bg1"/>
                </a:solidFill>
              </a:rPr>
              <a:t>Polymorphism</a:t>
            </a:r>
            <a:endParaRPr lang="nl-NL" dirty="0">
              <a:solidFill>
                <a:schemeClr val="bg1"/>
              </a:solidFill>
            </a:endParaRPr>
          </a:p>
        </p:txBody>
      </p:sp>
    </p:spTree>
    <p:extLst>
      <p:ext uri="{BB962C8B-B14F-4D97-AF65-F5344CB8AC3E}">
        <p14:creationId xmlns:p14="http://schemas.microsoft.com/office/powerpoint/2010/main" val="82651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EDD52D-1DB4-59BE-082A-936179C2C0EB}"/>
              </a:ext>
            </a:extLst>
          </p:cNvPr>
          <p:cNvSpPr>
            <a:spLocks noGrp="1"/>
          </p:cNvSpPr>
          <p:nvPr>
            <p:ph type="title"/>
          </p:nvPr>
        </p:nvSpPr>
        <p:spPr/>
        <p:txBody>
          <a:bodyPr/>
          <a:lstStyle/>
          <a:p>
            <a:r>
              <a:rPr lang="nl-NL" dirty="0">
                <a:solidFill>
                  <a:schemeClr val="bg1"/>
                </a:solidFill>
              </a:rPr>
              <a:t>Maak de keuze in een </a:t>
            </a:r>
            <a:r>
              <a:rPr lang="nl-NL" dirty="0" err="1">
                <a:solidFill>
                  <a:schemeClr val="bg1"/>
                </a:solidFill>
              </a:rPr>
              <a:t>factory</a:t>
            </a:r>
            <a:endParaRPr lang="nl-NL" dirty="0">
              <a:solidFill>
                <a:schemeClr val="bg1"/>
              </a:solidFill>
            </a:endParaRPr>
          </a:p>
        </p:txBody>
      </p:sp>
      <p:sp>
        <p:nvSpPr>
          <p:cNvPr id="7" name="Tijdelijke aanduiding voor inhoud 6">
            <a:extLst>
              <a:ext uri="{FF2B5EF4-FFF2-40B4-BE49-F238E27FC236}">
                <a16:creationId xmlns:a16="http://schemas.microsoft.com/office/drawing/2014/main" id="{F93B8764-D585-7C52-819F-FF700361EF42}"/>
              </a:ext>
            </a:extLst>
          </p:cNvPr>
          <p:cNvSpPr>
            <a:spLocks noGrp="1"/>
          </p:cNvSpPr>
          <p:nvPr>
            <p:ph idx="1"/>
          </p:nvPr>
        </p:nvSpPr>
        <p:spPr/>
        <p:txBody>
          <a:bodyPr/>
          <a:lstStyle/>
          <a:p>
            <a:pPr marL="0" indent="0">
              <a:buNone/>
            </a:pPr>
            <a:r>
              <a:rPr lang="nl-NL" dirty="0"/>
              <a:t> </a:t>
            </a:r>
          </a:p>
        </p:txBody>
      </p:sp>
      <p:pic>
        <p:nvPicPr>
          <p:cNvPr id="12" name="Picture 11">
            <a:extLst>
              <a:ext uri="{FF2B5EF4-FFF2-40B4-BE49-F238E27FC236}">
                <a16:creationId xmlns:a16="http://schemas.microsoft.com/office/drawing/2014/main" id="{75B9B729-B25A-0945-1D99-11431331B2CC}"/>
              </a:ext>
            </a:extLst>
          </p:cNvPr>
          <p:cNvPicPr>
            <a:picLocks noChangeAspect="1"/>
          </p:cNvPicPr>
          <p:nvPr/>
        </p:nvPicPr>
        <p:blipFill>
          <a:blip r:embed="rId2"/>
          <a:stretch>
            <a:fillRect/>
          </a:stretch>
        </p:blipFill>
        <p:spPr>
          <a:xfrm>
            <a:off x="8788973" y="450133"/>
            <a:ext cx="2743583" cy="2172003"/>
          </a:xfrm>
          <a:prstGeom prst="rect">
            <a:avLst/>
          </a:prstGeom>
        </p:spPr>
      </p:pic>
      <p:pic>
        <p:nvPicPr>
          <p:cNvPr id="6" name="Afbeelding 5">
            <a:extLst>
              <a:ext uri="{FF2B5EF4-FFF2-40B4-BE49-F238E27FC236}">
                <a16:creationId xmlns:a16="http://schemas.microsoft.com/office/drawing/2014/main" id="{8A5E5928-89AB-CA33-C133-28AF0C23893E}"/>
              </a:ext>
            </a:extLst>
          </p:cNvPr>
          <p:cNvPicPr>
            <a:picLocks noChangeAspect="1"/>
          </p:cNvPicPr>
          <p:nvPr/>
        </p:nvPicPr>
        <p:blipFill>
          <a:blip r:embed="rId3"/>
          <a:stretch>
            <a:fillRect/>
          </a:stretch>
        </p:blipFill>
        <p:spPr>
          <a:xfrm>
            <a:off x="998349" y="1536134"/>
            <a:ext cx="6790814" cy="4587940"/>
          </a:xfrm>
          <a:prstGeom prst="rect">
            <a:avLst/>
          </a:prstGeom>
        </p:spPr>
      </p:pic>
      <p:sp>
        <p:nvSpPr>
          <p:cNvPr id="8" name="Tekstvak 7">
            <a:extLst>
              <a:ext uri="{FF2B5EF4-FFF2-40B4-BE49-F238E27FC236}">
                <a16:creationId xmlns:a16="http://schemas.microsoft.com/office/drawing/2014/main" id="{D914D1B7-0FDA-E670-3F23-D4750E8D2B4C}"/>
              </a:ext>
            </a:extLst>
          </p:cNvPr>
          <p:cNvSpPr txBox="1"/>
          <p:nvPr/>
        </p:nvSpPr>
        <p:spPr>
          <a:xfrm>
            <a:off x="8788973" y="2707144"/>
            <a:ext cx="2015385" cy="369332"/>
          </a:xfrm>
          <a:prstGeom prst="rect">
            <a:avLst/>
          </a:prstGeom>
          <a:noFill/>
        </p:spPr>
        <p:txBody>
          <a:bodyPr wrap="square" rtlCol="0">
            <a:spAutoFit/>
          </a:bodyPr>
          <a:lstStyle/>
          <a:p>
            <a:r>
              <a:rPr lang="nl-NL" dirty="0">
                <a:solidFill>
                  <a:schemeClr val="bg1"/>
                </a:solidFill>
              </a:rPr>
              <a:t>Pure </a:t>
            </a:r>
            <a:r>
              <a:rPr lang="nl-NL" dirty="0" err="1">
                <a:solidFill>
                  <a:schemeClr val="bg1"/>
                </a:solidFill>
              </a:rPr>
              <a:t>fabrication</a:t>
            </a:r>
            <a:endParaRPr lang="nl-NL" dirty="0">
              <a:solidFill>
                <a:schemeClr val="bg1"/>
              </a:solidFill>
            </a:endParaRPr>
          </a:p>
        </p:txBody>
      </p:sp>
    </p:spTree>
    <p:extLst>
      <p:ext uri="{BB962C8B-B14F-4D97-AF65-F5344CB8AC3E}">
        <p14:creationId xmlns:p14="http://schemas.microsoft.com/office/powerpoint/2010/main" val="960582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9989BE-98D1-FB27-DBE7-F0FEB9B1EDDE}"/>
              </a:ext>
            </a:extLst>
          </p:cNvPr>
          <p:cNvSpPr>
            <a:spLocks noGrp="1"/>
          </p:cNvSpPr>
          <p:nvPr>
            <p:ph type="title"/>
          </p:nvPr>
        </p:nvSpPr>
        <p:spPr/>
        <p:txBody>
          <a:bodyPr/>
          <a:lstStyle/>
          <a:p>
            <a:r>
              <a:rPr lang="nl-NL" dirty="0"/>
              <a:t> </a:t>
            </a:r>
          </a:p>
        </p:txBody>
      </p:sp>
      <p:sp>
        <p:nvSpPr>
          <p:cNvPr id="7" name="Tijdelijke aanduiding voor inhoud 6">
            <a:extLst>
              <a:ext uri="{FF2B5EF4-FFF2-40B4-BE49-F238E27FC236}">
                <a16:creationId xmlns:a16="http://schemas.microsoft.com/office/drawing/2014/main" id="{A40E2265-997F-B0F1-F824-16AB59E28DC6}"/>
              </a:ext>
            </a:extLst>
          </p:cNvPr>
          <p:cNvSpPr>
            <a:spLocks noGrp="1"/>
          </p:cNvSpPr>
          <p:nvPr>
            <p:ph idx="1"/>
          </p:nvPr>
        </p:nvSpPr>
        <p:spPr/>
        <p:txBody>
          <a:bodyPr/>
          <a:lstStyle/>
          <a:p>
            <a:pPr marL="0" indent="0">
              <a:buNone/>
            </a:pPr>
            <a:r>
              <a:rPr lang="nl-NL" dirty="0"/>
              <a:t> </a:t>
            </a:r>
          </a:p>
        </p:txBody>
      </p:sp>
      <p:sp>
        <p:nvSpPr>
          <p:cNvPr id="10" name="Tekstvak 9">
            <a:extLst>
              <a:ext uri="{FF2B5EF4-FFF2-40B4-BE49-F238E27FC236}">
                <a16:creationId xmlns:a16="http://schemas.microsoft.com/office/drawing/2014/main" id="{59CF4078-505E-77C6-BFB7-5A076A07D33E}"/>
              </a:ext>
            </a:extLst>
          </p:cNvPr>
          <p:cNvSpPr txBox="1"/>
          <p:nvPr/>
        </p:nvSpPr>
        <p:spPr>
          <a:xfrm>
            <a:off x="762000" y="4986670"/>
            <a:ext cx="10591800" cy="461665"/>
          </a:xfrm>
          <a:prstGeom prst="rect">
            <a:avLst/>
          </a:prstGeom>
          <a:noFill/>
        </p:spPr>
        <p:txBody>
          <a:bodyPr wrap="square" rtlCol="0">
            <a:spAutoFit/>
          </a:bodyPr>
          <a:lstStyle/>
          <a:p>
            <a:r>
              <a:rPr lang="nl-NL" sz="2400" b="1" dirty="0">
                <a:solidFill>
                  <a:schemeClr val="bg1"/>
                </a:solidFill>
              </a:rPr>
              <a:t>Onze fruitservice is nu </a:t>
            </a:r>
            <a:r>
              <a:rPr lang="nl-NL" sz="2400" b="1" i="1" dirty="0">
                <a:solidFill>
                  <a:schemeClr val="bg1"/>
                </a:solidFill>
              </a:rPr>
              <a:t>open </a:t>
            </a:r>
            <a:r>
              <a:rPr lang="nl-NL" sz="2400" b="1" i="1" dirty="0" err="1">
                <a:solidFill>
                  <a:schemeClr val="bg1"/>
                </a:solidFill>
              </a:rPr>
              <a:t>for</a:t>
            </a:r>
            <a:r>
              <a:rPr lang="nl-NL" sz="2400" b="1" i="1" dirty="0">
                <a:solidFill>
                  <a:schemeClr val="bg1"/>
                </a:solidFill>
              </a:rPr>
              <a:t> extension </a:t>
            </a:r>
            <a:r>
              <a:rPr lang="nl-NL" sz="2400" b="1" dirty="0">
                <a:solidFill>
                  <a:schemeClr val="bg1"/>
                </a:solidFill>
              </a:rPr>
              <a:t>maar </a:t>
            </a:r>
            <a:r>
              <a:rPr lang="nl-NL" sz="2400" b="1" i="1" dirty="0" err="1">
                <a:solidFill>
                  <a:schemeClr val="bg1"/>
                </a:solidFill>
              </a:rPr>
              <a:t>closed</a:t>
            </a:r>
            <a:r>
              <a:rPr lang="nl-NL" sz="2400" b="1" i="1" dirty="0">
                <a:solidFill>
                  <a:schemeClr val="bg1"/>
                </a:solidFill>
              </a:rPr>
              <a:t> </a:t>
            </a:r>
            <a:r>
              <a:rPr lang="nl-NL" sz="2400" b="1" i="1" dirty="0" err="1">
                <a:solidFill>
                  <a:schemeClr val="bg1"/>
                </a:solidFill>
              </a:rPr>
              <a:t>for</a:t>
            </a:r>
            <a:r>
              <a:rPr lang="nl-NL" sz="2400" b="1" i="1" dirty="0">
                <a:solidFill>
                  <a:schemeClr val="bg1"/>
                </a:solidFill>
              </a:rPr>
              <a:t> </a:t>
            </a:r>
            <a:r>
              <a:rPr lang="nl-NL" sz="2400" b="1" i="1" dirty="0" err="1">
                <a:solidFill>
                  <a:schemeClr val="bg1"/>
                </a:solidFill>
              </a:rPr>
              <a:t>modification</a:t>
            </a:r>
            <a:endParaRPr lang="nl-NL" sz="2400" b="1" dirty="0">
              <a:solidFill>
                <a:schemeClr val="bg1"/>
              </a:solidFill>
            </a:endParaRPr>
          </a:p>
        </p:txBody>
      </p:sp>
      <p:pic>
        <p:nvPicPr>
          <p:cNvPr id="4" name="Afbeelding 3">
            <a:extLst>
              <a:ext uri="{FF2B5EF4-FFF2-40B4-BE49-F238E27FC236}">
                <a16:creationId xmlns:a16="http://schemas.microsoft.com/office/drawing/2014/main" id="{08A37133-4111-EAA5-6A1E-7B1406DF458D}"/>
              </a:ext>
            </a:extLst>
          </p:cNvPr>
          <p:cNvPicPr>
            <a:picLocks noChangeAspect="1"/>
          </p:cNvPicPr>
          <p:nvPr/>
        </p:nvPicPr>
        <p:blipFill>
          <a:blip r:embed="rId2"/>
          <a:stretch>
            <a:fillRect/>
          </a:stretch>
        </p:blipFill>
        <p:spPr>
          <a:xfrm>
            <a:off x="939644" y="311506"/>
            <a:ext cx="7582958" cy="4258269"/>
          </a:xfrm>
          <a:prstGeom prst="rect">
            <a:avLst/>
          </a:prstGeom>
        </p:spPr>
      </p:pic>
    </p:spTree>
    <p:extLst>
      <p:ext uri="{BB962C8B-B14F-4D97-AF65-F5344CB8AC3E}">
        <p14:creationId xmlns:p14="http://schemas.microsoft.com/office/powerpoint/2010/main" val="5416703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8406EE-2EE3-38BE-90CC-3633AADACB5F}"/>
              </a:ext>
            </a:extLst>
          </p:cNvPr>
          <p:cNvSpPr>
            <a:spLocks noGrp="1"/>
          </p:cNvSpPr>
          <p:nvPr>
            <p:ph type="title"/>
          </p:nvPr>
        </p:nvSpPr>
        <p:spPr/>
        <p:txBody>
          <a:bodyPr/>
          <a:lstStyle/>
          <a:p>
            <a:r>
              <a:rPr lang="nl-NL" dirty="0">
                <a:solidFill>
                  <a:schemeClr val="bg1"/>
                </a:solidFill>
              </a:rPr>
              <a:t>En extension </a:t>
            </a:r>
            <a:r>
              <a:rPr lang="nl-NL" dirty="0" err="1">
                <a:solidFill>
                  <a:schemeClr val="bg1"/>
                </a:solidFill>
              </a:rPr>
              <a:t>methods</a:t>
            </a:r>
            <a:r>
              <a:rPr lang="nl-NL" dirty="0">
                <a:solidFill>
                  <a:schemeClr val="bg1"/>
                </a:solidFill>
              </a:rPr>
              <a:t>…?</a:t>
            </a:r>
          </a:p>
        </p:txBody>
      </p:sp>
      <p:sp>
        <p:nvSpPr>
          <p:cNvPr id="3" name="Tijdelijke aanduiding voor inhoud 2">
            <a:extLst>
              <a:ext uri="{FF2B5EF4-FFF2-40B4-BE49-F238E27FC236}">
                <a16:creationId xmlns:a16="http://schemas.microsoft.com/office/drawing/2014/main" id="{D18E4D49-E94C-9E1E-A7FB-E6C21E8A3675}"/>
              </a:ext>
            </a:extLst>
          </p:cNvPr>
          <p:cNvSpPr>
            <a:spLocks noGrp="1"/>
          </p:cNvSpPr>
          <p:nvPr>
            <p:ph idx="1"/>
          </p:nvPr>
        </p:nvSpPr>
        <p:spPr/>
        <p:txBody>
          <a:bodyPr/>
          <a:lstStyle/>
          <a:p>
            <a:pPr marL="0" indent="0">
              <a:buNone/>
            </a:pPr>
            <a:r>
              <a:rPr lang="nl-NL" dirty="0"/>
              <a:t> </a:t>
            </a:r>
          </a:p>
        </p:txBody>
      </p:sp>
      <p:pic>
        <p:nvPicPr>
          <p:cNvPr id="5" name="Afbeelding 4">
            <a:extLst>
              <a:ext uri="{FF2B5EF4-FFF2-40B4-BE49-F238E27FC236}">
                <a16:creationId xmlns:a16="http://schemas.microsoft.com/office/drawing/2014/main" id="{2D7124EE-30D9-A577-7B44-A08147ED7314}"/>
              </a:ext>
            </a:extLst>
          </p:cNvPr>
          <p:cNvPicPr>
            <a:picLocks noChangeAspect="1"/>
          </p:cNvPicPr>
          <p:nvPr/>
        </p:nvPicPr>
        <p:blipFill>
          <a:blip r:embed="rId2"/>
          <a:stretch>
            <a:fillRect/>
          </a:stretch>
        </p:blipFill>
        <p:spPr>
          <a:xfrm>
            <a:off x="990306" y="1706731"/>
            <a:ext cx="6782388" cy="1722269"/>
          </a:xfrm>
          <a:prstGeom prst="rect">
            <a:avLst/>
          </a:prstGeom>
        </p:spPr>
      </p:pic>
      <p:pic>
        <p:nvPicPr>
          <p:cNvPr id="7" name="Afbeelding 6">
            <a:extLst>
              <a:ext uri="{FF2B5EF4-FFF2-40B4-BE49-F238E27FC236}">
                <a16:creationId xmlns:a16="http://schemas.microsoft.com/office/drawing/2014/main" id="{8E3AF482-6BCB-C070-FEE6-E57F14873E7C}"/>
              </a:ext>
            </a:extLst>
          </p:cNvPr>
          <p:cNvPicPr>
            <a:picLocks noChangeAspect="1"/>
          </p:cNvPicPr>
          <p:nvPr/>
        </p:nvPicPr>
        <p:blipFill>
          <a:blip r:embed="rId3"/>
          <a:stretch>
            <a:fillRect/>
          </a:stretch>
        </p:blipFill>
        <p:spPr>
          <a:xfrm>
            <a:off x="930544" y="5151269"/>
            <a:ext cx="5734850" cy="1381318"/>
          </a:xfrm>
          <a:prstGeom prst="rect">
            <a:avLst/>
          </a:prstGeom>
        </p:spPr>
      </p:pic>
      <p:sp>
        <p:nvSpPr>
          <p:cNvPr id="8" name="Tekstvak 7">
            <a:extLst>
              <a:ext uri="{FF2B5EF4-FFF2-40B4-BE49-F238E27FC236}">
                <a16:creationId xmlns:a16="http://schemas.microsoft.com/office/drawing/2014/main" id="{2FA32ACF-C088-A6BE-AAEB-AA2EDEC1B512}"/>
              </a:ext>
            </a:extLst>
          </p:cNvPr>
          <p:cNvSpPr txBox="1"/>
          <p:nvPr/>
        </p:nvSpPr>
        <p:spPr>
          <a:xfrm>
            <a:off x="838200" y="4714469"/>
            <a:ext cx="4066674" cy="369332"/>
          </a:xfrm>
          <a:prstGeom prst="rect">
            <a:avLst/>
          </a:prstGeom>
          <a:noFill/>
        </p:spPr>
        <p:txBody>
          <a:bodyPr wrap="square" rtlCol="0">
            <a:spAutoFit/>
          </a:bodyPr>
          <a:lstStyle/>
          <a:p>
            <a:r>
              <a:rPr lang="nl-NL" dirty="0">
                <a:solidFill>
                  <a:schemeClr val="bg1"/>
                </a:solidFill>
              </a:rPr>
              <a:t>Nu in preview: “C# </a:t>
            </a:r>
            <a:r>
              <a:rPr lang="nl-NL" dirty="0" err="1">
                <a:solidFill>
                  <a:schemeClr val="bg1"/>
                </a:solidFill>
              </a:rPr>
              <a:t>Extend</a:t>
            </a:r>
            <a:r>
              <a:rPr lang="nl-NL" dirty="0">
                <a:solidFill>
                  <a:schemeClr val="bg1"/>
                </a:solidFill>
              </a:rPr>
              <a:t> </a:t>
            </a:r>
            <a:r>
              <a:rPr lang="nl-NL" dirty="0" err="1">
                <a:solidFill>
                  <a:schemeClr val="bg1"/>
                </a:solidFill>
              </a:rPr>
              <a:t>everything</a:t>
            </a:r>
            <a:r>
              <a:rPr lang="nl-NL" dirty="0">
                <a:solidFill>
                  <a:schemeClr val="bg1"/>
                </a:solidFill>
              </a:rPr>
              <a:t>”</a:t>
            </a:r>
          </a:p>
        </p:txBody>
      </p:sp>
    </p:spTree>
    <p:extLst>
      <p:ext uri="{BB962C8B-B14F-4D97-AF65-F5344CB8AC3E}">
        <p14:creationId xmlns:p14="http://schemas.microsoft.com/office/powerpoint/2010/main" val="23209012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C4D50-7D90-A86C-FE8D-2F5F97002463}"/>
              </a:ext>
            </a:extLst>
          </p:cNvPr>
          <p:cNvSpPr>
            <a:spLocks noGrp="1"/>
          </p:cNvSpPr>
          <p:nvPr>
            <p:ph type="title"/>
          </p:nvPr>
        </p:nvSpPr>
        <p:spPr/>
        <p:txBody>
          <a:bodyPr/>
          <a:lstStyle/>
          <a:p>
            <a:r>
              <a:rPr lang="en-US" b="1" dirty="0">
                <a:solidFill>
                  <a:schemeClr val="bg1"/>
                </a:solidFill>
              </a:rPr>
              <a:t>Dependency inversion principle </a:t>
            </a:r>
            <a:endParaRPr lang="en-NL" dirty="0">
              <a:solidFill>
                <a:schemeClr val="bg1"/>
              </a:solidFill>
            </a:endParaRPr>
          </a:p>
        </p:txBody>
      </p:sp>
      <p:sp>
        <p:nvSpPr>
          <p:cNvPr id="3" name="Content Placeholder 2">
            <a:extLst>
              <a:ext uri="{FF2B5EF4-FFF2-40B4-BE49-F238E27FC236}">
                <a16:creationId xmlns:a16="http://schemas.microsoft.com/office/drawing/2014/main" id="{FC58A2CD-9FC1-4F70-CE88-8056BE31D0EC}"/>
              </a:ext>
            </a:extLst>
          </p:cNvPr>
          <p:cNvSpPr>
            <a:spLocks noGrp="1"/>
          </p:cNvSpPr>
          <p:nvPr>
            <p:ph idx="1"/>
          </p:nvPr>
        </p:nvSpPr>
        <p:spPr/>
        <p:txBody>
          <a:bodyPr/>
          <a:lstStyle/>
          <a:p>
            <a:pPr marL="0" indent="0">
              <a:buNone/>
            </a:pPr>
            <a:r>
              <a:rPr lang="en-US" dirty="0">
                <a:solidFill>
                  <a:schemeClr val="bg1"/>
                </a:solidFill>
              </a:rPr>
              <a:t>“high-level modules should not depend on low-level modules; both should depend on abstractions”</a:t>
            </a:r>
            <a:endParaRPr lang="en-NL" dirty="0">
              <a:solidFill>
                <a:schemeClr val="bg1"/>
              </a:solidFill>
            </a:endParaRPr>
          </a:p>
        </p:txBody>
      </p:sp>
      <p:pic>
        <p:nvPicPr>
          <p:cNvPr id="5" name="Picture 4">
            <a:extLst>
              <a:ext uri="{FF2B5EF4-FFF2-40B4-BE49-F238E27FC236}">
                <a16:creationId xmlns:a16="http://schemas.microsoft.com/office/drawing/2014/main" id="{50FBF7D0-EF8D-FBF0-8045-C6E7426C4F91}"/>
              </a:ext>
            </a:extLst>
          </p:cNvPr>
          <p:cNvPicPr>
            <a:picLocks noChangeAspect="1"/>
          </p:cNvPicPr>
          <p:nvPr/>
        </p:nvPicPr>
        <p:blipFill>
          <a:blip r:embed="rId2"/>
          <a:stretch>
            <a:fillRect/>
          </a:stretch>
        </p:blipFill>
        <p:spPr>
          <a:xfrm>
            <a:off x="1030800" y="2951745"/>
            <a:ext cx="7008101" cy="3360155"/>
          </a:xfrm>
          <a:prstGeom prst="rect">
            <a:avLst/>
          </a:prstGeom>
        </p:spPr>
      </p:pic>
    </p:spTree>
    <p:extLst>
      <p:ext uri="{BB962C8B-B14F-4D97-AF65-F5344CB8AC3E}">
        <p14:creationId xmlns:p14="http://schemas.microsoft.com/office/powerpoint/2010/main" val="1338392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B69B-2692-231E-3578-8D22F39689E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22C4DA0-D9A5-0D01-C6C6-315573CA8AEF}"/>
              </a:ext>
            </a:extLst>
          </p:cNvPr>
          <p:cNvSpPr>
            <a:spLocks noGrp="1"/>
          </p:cNvSpPr>
          <p:nvPr>
            <p:ph type="title"/>
          </p:nvPr>
        </p:nvSpPr>
        <p:spPr/>
        <p:txBody>
          <a:bodyPr/>
          <a:lstStyle/>
          <a:p>
            <a:r>
              <a:rPr lang="en-US" b="1" dirty="0">
                <a:solidFill>
                  <a:schemeClr val="bg1"/>
                </a:solidFill>
              </a:rPr>
              <a:t>GRASP</a:t>
            </a:r>
            <a:br>
              <a:rPr lang="nl-NL" b="1" dirty="0">
                <a:solidFill>
                  <a:schemeClr val="bg1"/>
                </a:solidFill>
              </a:rPr>
            </a:br>
            <a:endParaRPr lang="nl-NL" b="1" dirty="0">
              <a:solidFill>
                <a:schemeClr val="bg1"/>
              </a:solidFill>
            </a:endParaRPr>
          </a:p>
        </p:txBody>
      </p:sp>
      <p:sp>
        <p:nvSpPr>
          <p:cNvPr id="3" name="Tijdelijke aanduiding voor inhoud 2">
            <a:extLst>
              <a:ext uri="{FF2B5EF4-FFF2-40B4-BE49-F238E27FC236}">
                <a16:creationId xmlns:a16="http://schemas.microsoft.com/office/drawing/2014/main" id="{02ADE4C5-2FB6-5B54-D1D8-EAE9ACC1EBC6}"/>
              </a:ext>
            </a:extLst>
          </p:cNvPr>
          <p:cNvSpPr>
            <a:spLocks noGrp="1"/>
          </p:cNvSpPr>
          <p:nvPr>
            <p:ph idx="1"/>
          </p:nvPr>
        </p:nvSpPr>
        <p:spPr/>
        <p:txBody>
          <a:bodyPr>
            <a:normAutofit lnSpcReduction="10000"/>
          </a:bodyPr>
          <a:lstStyle/>
          <a:p>
            <a:pPr marL="285750" indent="-285750"/>
            <a:endParaRPr lang="en-US" b="1" dirty="0">
              <a:solidFill>
                <a:schemeClr val="bg1"/>
              </a:solidFill>
            </a:endParaRPr>
          </a:p>
          <a:p>
            <a:pPr marL="285750" indent="-285750"/>
            <a:endParaRPr lang="en-US" b="1" dirty="0">
              <a:solidFill>
                <a:schemeClr val="bg1"/>
              </a:solidFill>
            </a:endParaRPr>
          </a:p>
          <a:p>
            <a:pPr marL="285750" indent="-285750"/>
            <a:r>
              <a:rPr lang="en-US" b="1" dirty="0">
                <a:solidFill>
                  <a:schemeClr val="bg1"/>
                </a:solidFill>
              </a:rPr>
              <a:t>Low Coupling: </a:t>
            </a:r>
            <a:r>
              <a:rPr lang="nl-NL" dirty="0">
                <a:solidFill>
                  <a:schemeClr val="bg1"/>
                </a:solidFill>
              </a:rPr>
              <a:t>verschillende onderdelen van je systeem moeten zo onafhankelijk mogelijk van elkaar zijn</a:t>
            </a:r>
          </a:p>
          <a:p>
            <a:pPr marL="285750" indent="-285750"/>
            <a:endParaRPr lang="nl-NL" dirty="0">
              <a:solidFill>
                <a:schemeClr val="bg1"/>
              </a:solidFill>
            </a:endParaRPr>
          </a:p>
          <a:p>
            <a:pPr marL="285750" indent="-285750"/>
            <a:r>
              <a:rPr lang="nl-NL" b="1" dirty="0" err="1">
                <a:solidFill>
                  <a:schemeClr val="bg1"/>
                </a:solidFill>
              </a:rPr>
              <a:t>Indirection</a:t>
            </a:r>
            <a:r>
              <a:rPr lang="nl-NL" b="1" dirty="0">
                <a:solidFill>
                  <a:schemeClr val="bg1"/>
                </a:solidFill>
              </a:rPr>
              <a:t>: </a:t>
            </a:r>
            <a:r>
              <a:rPr lang="nl-NL" dirty="0">
                <a:solidFill>
                  <a:schemeClr val="bg1"/>
                </a:solidFill>
              </a:rPr>
              <a:t>voeg een extra tussenlaag (een "tussenpersoon") toe tussen twee of meer componenten die anders direct met elkaar zouden communiceren. Het doel is om de afhankelijkheid tussen deze componenten te verminderen en je ontwerp flexibeler en </a:t>
            </a:r>
            <a:r>
              <a:rPr lang="nl-NL" dirty="0" err="1">
                <a:solidFill>
                  <a:schemeClr val="bg1"/>
                </a:solidFill>
              </a:rPr>
              <a:t>uitbreidbaar</a:t>
            </a:r>
            <a:r>
              <a:rPr lang="nl-NL" dirty="0">
                <a:solidFill>
                  <a:schemeClr val="bg1"/>
                </a:solidFill>
              </a:rPr>
              <a:t> te maken.</a:t>
            </a:r>
            <a:endParaRPr lang="en-US" dirty="0">
              <a:solidFill>
                <a:schemeClr val="bg1"/>
              </a:solidFill>
            </a:endParaRPr>
          </a:p>
        </p:txBody>
      </p:sp>
      <p:pic>
        <p:nvPicPr>
          <p:cNvPr id="4" name="Content Placeholder 3">
            <a:extLst>
              <a:ext uri="{FF2B5EF4-FFF2-40B4-BE49-F238E27FC236}">
                <a16:creationId xmlns:a16="http://schemas.microsoft.com/office/drawing/2014/main" id="{BF9F00A8-5FA6-9F02-C33E-809565311E5F}"/>
              </a:ext>
            </a:extLst>
          </p:cNvPr>
          <p:cNvPicPr>
            <a:picLocks noChangeAspect="1"/>
          </p:cNvPicPr>
          <p:nvPr/>
        </p:nvPicPr>
        <p:blipFill>
          <a:blip r:embed="rId2"/>
          <a:stretch>
            <a:fillRect/>
          </a:stretch>
        </p:blipFill>
        <p:spPr>
          <a:xfrm>
            <a:off x="8421547" y="194529"/>
            <a:ext cx="2351797" cy="1861839"/>
          </a:xfrm>
          <a:prstGeom prst="rect">
            <a:avLst/>
          </a:prstGeom>
        </p:spPr>
      </p:pic>
    </p:spTree>
    <p:extLst>
      <p:ext uri="{BB962C8B-B14F-4D97-AF65-F5344CB8AC3E}">
        <p14:creationId xmlns:p14="http://schemas.microsoft.com/office/powerpoint/2010/main" val="1440289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984B84-175A-A067-6A99-90B573FC5E7F}"/>
              </a:ext>
            </a:extLst>
          </p:cNvPr>
          <p:cNvSpPr>
            <a:spLocks noGrp="1"/>
          </p:cNvSpPr>
          <p:nvPr>
            <p:ph type="title"/>
          </p:nvPr>
        </p:nvSpPr>
        <p:spPr/>
        <p:txBody>
          <a:bodyPr/>
          <a:lstStyle/>
          <a:p>
            <a:r>
              <a:rPr lang="nl-NL" dirty="0" err="1">
                <a:solidFill>
                  <a:schemeClr val="bg1"/>
                </a:solidFill>
              </a:rPr>
              <a:t>Dependency</a:t>
            </a:r>
            <a:r>
              <a:rPr lang="nl-NL" dirty="0">
                <a:solidFill>
                  <a:schemeClr val="bg1"/>
                </a:solidFill>
              </a:rPr>
              <a:t> </a:t>
            </a:r>
            <a:r>
              <a:rPr lang="nl-NL" b="1" dirty="0" err="1">
                <a:solidFill>
                  <a:schemeClr val="bg1"/>
                </a:solidFill>
              </a:rPr>
              <a:t>inversion</a:t>
            </a:r>
            <a:r>
              <a:rPr lang="nl-NL" dirty="0">
                <a:solidFill>
                  <a:schemeClr val="bg1"/>
                </a:solidFill>
              </a:rPr>
              <a:t> vs. </a:t>
            </a:r>
            <a:r>
              <a:rPr lang="nl-NL" dirty="0" err="1">
                <a:solidFill>
                  <a:schemeClr val="bg1"/>
                </a:solidFill>
              </a:rPr>
              <a:t>Dependency</a:t>
            </a:r>
            <a:r>
              <a:rPr lang="nl-NL" dirty="0">
                <a:solidFill>
                  <a:schemeClr val="bg1"/>
                </a:solidFill>
              </a:rPr>
              <a:t> </a:t>
            </a:r>
            <a:r>
              <a:rPr lang="nl-NL" b="1" dirty="0" err="1">
                <a:solidFill>
                  <a:schemeClr val="bg1"/>
                </a:solidFill>
              </a:rPr>
              <a:t>injection</a:t>
            </a:r>
            <a:endParaRPr lang="nl-NL" b="1" dirty="0">
              <a:solidFill>
                <a:schemeClr val="bg1"/>
              </a:solidFill>
            </a:endParaRPr>
          </a:p>
        </p:txBody>
      </p:sp>
      <p:sp>
        <p:nvSpPr>
          <p:cNvPr id="3" name="Tijdelijke aanduiding voor inhoud 2">
            <a:extLst>
              <a:ext uri="{FF2B5EF4-FFF2-40B4-BE49-F238E27FC236}">
                <a16:creationId xmlns:a16="http://schemas.microsoft.com/office/drawing/2014/main" id="{C37C8F3A-9FE7-1209-1231-D758452430A1}"/>
              </a:ext>
            </a:extLst>
          </p:cNvPr>
          <p:cNvSpPr>
            <a:spLocks noGrp="1"/>
          </p:cNvSpPr>
          <p:nvPr>
            <p:ph idx="1"/>
          </p:nvPr>
        </p:nvSpPr>
        <p:spPr/>
        <p:txBody>
          <a:bodyPr/>
          <a:lstStyle/>
          <a:p>
            <a:pPr marL="0" indent="0">
              <a:buNone/>
            </a:pPr>
            <a:endParaRPr lang="nl-NL" dirty="0">
              <a:solidFill>
                <a:schemeClr val="bg1"/>
              </a:solidFill>
            </a:endParaRPr>
          </a:p>
          <a:p>
            <a:pPr marL="0" indent="0">
              <a:buNone/>
            </a:pPr>
            <a:r>
              <a:rPr lang="nl-NL" dirty="0" err="1">
                <a:solidFill>
                  <a:schemeClr val="bg1"/>
                </a:solidFill>
              </a:rPr>
              <a:t>Dependency</a:t>
            </a:r>
            <a:r>
              <a:rPr lang="nl-NL" dirty="0">
                <a:solidFill>
                  <a:schemeClr val="bg1"/>
                </a:solidFill>
              </a:rPr>
              <a:t> </a:t>
            </a:r>
            <a:r>
              <a:rPr lang="nl-NL" dirty="0" err="1">
                <a:solidFill>
                  <a:schemeClr val="bg1"/>
                </a:solidFill>
              </a:rPr>
              <a:t>inversion</a:t>
            </a:r>
            <a:r>
              <a:rPr lang="nl-NL" dirty="0">
                <a:solidFill>
                  <a:schemeClr val="bg1"/>
                </a:solidFill>
              </a:rPr>
              <a:t> = een </a:t>
            </a:r>
            <a:r>
              <a:rPr lang="nl-NL" b="1" dirty="0">
                <a:solidFill>
                  <a:schemeClr val="bg1"/>
                </a:solidFill>
              </a:rPr>
              <a:t>principe</a:t>
            </a:r>
          </a:p>
          <a:p>
            <a:pPr marL="0" indent="0">
              <a:buNone/>
            </a:pPr>
            <a:endParaRPr lang="nl-NL" dirty="0">
              <a:solidFill>
                <a:schemeClr val="bg1"/>
              </a:solidFill>
            </a:endParaRPr>
          </a:p>
          <a:p>
            <a:pPr marL="0" indent="0">
              <a:buNone/>
            </a:pPr>
            <a:r>
              <a:rPr lang="nl-NL" dirty="0" err="1">
                <a:solidFill>
                  <a:schemeClr val="bg1"/>
                </a:solidFill>
              </a:rPr>
              <a:t>Dependency</a:t>
            </a:r>
            <a:r>
              <a:rPr lang="nl-NL" dirty="0">
                <a:solidFill>
                  <a:schemeClr val="bg1"/>
                </a:solidFill>
              </a:rPr>
              <a:t> </a:t>
            </a:r>
            <a:r>
              <a:rPr lang="nl-NL" dirty="0" err="1">
                <a:solidFill>
                  <a:schemeClr val="bg1"/>
                </a:solidFill>
              </a:rPr>
              <a:t>injection</a:t>
            </a:r>
            <a:r>
              <a:rPr lang="nl-NL" dirty="0">
                <a:solidFill>
                  <a:schemeClr val="bg1"/>
                </a:solidFill>
              </a:rPr>
              <a:t> = </a:t>
            </a:r>
            <a:r>
              <a:rPr lang="nl-NL" b="1" dirty="0">
                <a:solidFill>
                  <a:schemeClr val="bg1"/>
                </a:solidFill>
              </a:rPr>
              <a:t>een manier </a:t>
            </a:r>
            <a:r>
              <a:rPr lang="nl-NL" dirty="0">
                <a:solidFill>
                  <a:schemeClr val="bg1"/>
                </a:solidFill>
              </a:rPr>
              <a:t>om aan dat principe te voldoen</a:t>
            </a:r>
          </a:p>
        </p:txBody>
      </p:sp>
    </p:spTree>
    <p:extLst>
      <p:ext uri="{BB962C8B-B14F-4D97-AF65-F5344CB8AC3E}">
        <p14:creationId xmlns:p14="http://schemas.microsoft.com/office/powerpoint/2010/main" val="230379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53E852-331A-23B1-C827-FA5B208D67D4}"/>
              </a:ext>
            </a:extLst>
          </p:cNvPr>
          <p:cNvSpPr>
            <a:spLocks noGrp="1"/>
          </p:cNvSpPr>
          <p:nvPr>
            <p:ph type="title"/>
          </p:nvPr>
        </p:nvSpPr>
        <p:spPr/>
        <p:txBody>
          <a:bodyPr/>
          <a:lstStyle/>
          <a:p>
            <a:r>
              <a:rPr lang="nl-NL" b="1" dirty="0">
                <a:solidFill>
                  <a:schemeClr val="bg1"/>
                </a:solidFill>
              </a:rPr>
              <a:t>Wat zijn high/low level modules?</a:t>
            </a:r>
          </a:p>
        </p:txBody>
      </p:sp>
      <p:sp>
        <p:nvSpPr>
          <p:cNvPr id="3" name="Tijdelijke aanduiding voor inhoud 2">
            <a:extLst>
              <a:ext uri="{FF2B5EF4-FFF2-40B4-BE49-F238E27FC236}">
                <a16:creationId xmlns:a16="http://schemas.microsoft.com/office/drawing/2014/main" id="{BB66CA4D-325E-115C-092B-2356393B0B34}"/>
              </a:ext>
            </a:extLst>
          </p:cNvPr>
          <p:cNvSpPr>
            <a:spLocks noGrp="1"/>
          </p:cNvSpPr>
          <p:nvPr>
            <p:ph idx="1"/>
          </p:nvPr>
        </p:nvSpPr>
        <p:spPr/>
        <p:txBody>
          <a:bodyPr/>
          <a:lstStyle/>
          <a:p>
            <a:pPr marL="0" indent="0">
              <a:buNone/>
            </a:pPr>
            <a:r>
              <a:rPr lang="nl-NL" b="1" dirty="0">
                <a:solidFill>
                  <a:schemeClr val="bg1"/>
                </a:solidFill>
              </a:rPr>
              <a:t>High level: </a:t>
            </a:r>
            <a:r>
              <a:rPr lang="nl-NL" dirty="0">
                <a:solidFill>
                  <a:schemeClr val="bg1"/>
                </a:solidFill>
              </a:rPr>
              <a:t>Abstracties, business logic, implementatie. </a:t>
            </a:r>
            <a:r>
              <a:rPr lang="nl-NL" dirty="0" err="1">
                <a:solidFill>
                  <a:schemeClr val="bg1"/>
                </a:solidFill>
              </a:rPr>
              <a:t>Bijv</a:t>
            </a:r>
            <a:r>
              <a:rPr lang="nl-NL" dirty="0">
                <a:solidFill>
                  <a:schemeClr val="bg1"/>
                </a:solidFill>
              </a:rPr>
              <a:t>: knopjes, formulieren, services. </a:t>
            </a:r>
          </a:p>
          <a:p>
            <a:pPr marL="0" indent="0">
              <a:buNone/>
            </a:pPr>
            <a:endParaRPr lang="nl-NL" dirty="0">
              <a:solidFill>
                <a:schemeClr val="bg1"/>
              </a:solidFill>
            </a:endParaRPr>
          </a:p>
          <a:p>
            <a:pPr marL="0" indent="0">
              <a:buNone/>
            </a:pPr>
            <a:endParaRPr lang="nl-NL" dirty="0">
              <a:solidFill>
                <a:schemeClr val="bg1"/>
              </a:solidFill>
            </a:endParaRPr>
          </a:p>
          <a:p>
            <a:pPr marL="0" indent="0">
              <a:buNone/>
            </a:pPr>
            <a:r>
              <a:rPr lang="nl-NL" b="1" dirty="0">
                <a:solidFill>
                  <a:schemeClr val="bg1"/>
                </a:solidFill>
              </a:rPr>
              <a:t>Low level: </a:t>
            </a:r>
            <a:r>
              <a:rPr lang="nl-NL" dirty="0">
                <a:solidFill>
                  <a:schemeClr val="bg1"/>
                </a:solidFill>
              </a:rPr>
              <a:t>‘technische’ hulpmiddelen: IO, </a:t>
            </a:r>
            <a:r>
              <a:rPr lang="nl-NL" dirty="0" err="1">
                <a:solidFill>
                  <a:schemeClr val="bg1"/>
                </a:solidFill>
              </a:rPr>
              <a:t>dbContext</a:t>
            </a:r>
            <a:r>
              <a:rPr lang="nl-NL" dirty="0">
                <a:solidFill>
                  <a:schemeClr val="bg1"/>
                </a:solidFill>
              </a:rPr>
              <a:t>, configuratie etc. </a:t>
            </a:r>
          </a:p>
        </p:txBody>
      </p:sp>
    </p:spTree>
    <p:extLst>
      <p:ext uri="{BB962C8B-B14F-4D97-AF65-F5344CB8AC3E}">
        <p14:creationId xmlns:p14="http://schemas.microsoft.com/office/powerpoint/2010/main" val="27474233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AC1412-CBF2-4CDC-7A7C-C2A6B66F9D78}"/>
              </a:ext>
            </a:extLst>
          </p:cNvPr>
          <p:cNvSpPr>
            <a:spLocks noGrp="1"/>
          </p:cNvSpPr>
          <p:nvPr>
            <p:ph type="title"/>
          </p:nvPr>
        </p:nvSpPr>
        <p:spPr/>
        <p:txBody>
          <a:bodyPr/>
          <a:lstStyle/>
          <a:p>
            <a:r>
              <a:rPr lang="nl-NL" b="1" dirty="0">
                <a:solidFill>
                  <a:schemeClr val="bg1"/>
                </a:solidFill>
              </a:rPr>
              <a:t>Wat zijn abstracties en details?	</a:t>
            </a:r>
          </a:p>
        </p:txBody>
      </p:sp>
      <p:sp>
        <p:nvSpPr>
          <p:cNvPr id="3" name="Tijdelijke aanduiding voor inhoud 2">
            <a:extLst>
              <a:ext uri="{FF2B5EF4-FFF2-40B4-BE49-F238E27FC236}">
                <a16:creationId xmlns:a16="http://schemas.microsoft.com/office/drawing/2014/main" id="{B3E5C432-1AAE-62EA-BE98-D82A6CF12452}"/>
              </a:ext>
            </a:extLst>
          </p:cNvPr>
          <p:cNvSpPr>
            <a:spLocks noGrp="1"/>
          </p:cNvSpPr>
          <p:nvPr>
            <p:ph idx="1"/>
          </p:nvPr>
        </p:nvSpPr>
        <p:spPr/>
        <p:txBody>
          <a:bodyPr/>
          <a:lstStyle/>
          <a:p>
            <a:pPr marL="0" indent="0">
              <a:buNone/>
            </a:pPr>
            <a:r>
              <a:rPr lang="nl-NL" b="1" dirty="0">
                <a:solidFill>
                  <a:schemeClr val="bg1"/>
                </a:solidFill>
              </a:rPr>
              <a:t>Abstractie = WAT niet HOE</a:t>
            </a:r>
          </a:p>
          <a:p>
            <a:r>
              <a:rPr lang="nl-NL" dirty="0">
                <a:solidFill>
                  <a:schemeClr val="bg1"/>
                </a:solidFill>
              </a:rPr>
              <a:t>Dingen die zelf niets kunnen maar omschrijven </a:t>
            </a:r>
            <a:r>
              <a:rPr lang="nl-NL" i="1" dirty="0">
                <a:solidFill>
                  <a:schemeClr val="bg1"/>
                </a:solidFill>
              </a:rPr>
              <a:t>wat </a:t>
            </a:r>
            <a:r>
              <a:rPr lang="nl-NL" dirty="0">
                <a:solidFill>
                  <a:schemeClr val="bg1"/>
                </a:solidFill>
              </a:rPr>
              <a:t>moet gebeuren</a:t>
            </a:r>
          </a:p>
          <a:p>
            <a:r>
              <a:rPr lang="nl-NL" dirty="0">
                <a:solidFill>
                  <a:schemeClr val="bg1"/>
                </a:solidFill>
              </a:rPr>
              <a:t>Bijv. interfaces en abstract classes</a:t>
            </a:r>
          </a:p>
          <a:p>
            <a:endParaRPr lang="nl-NL" dirty="0">
              <a:solidFill>
                <a:schemeClr val="bg1"/>
              </a:solidFill>
            </a:endParaRPr>
          </a:p>
          <a:p>
            <a:pPr marL="0" indent="0">
              <a:buNone/>
            </a:pPr>
            <a:r>
              <a:rPr lang="nl-NL" b="1" dirty="0">
                <a:solidFill>
                  <a:schemeClr val="bg1"/>
                </a:solidFill>
              </a:rPr>
              <a:t>Details = Hoe</a:t>
            </a:r>
          </a:p>
          <a:p>
            <a:r>
              <a:rPr lang="nl-NL" dirty="0">
                <a:solidFill>
                  <a:schemeClr val="bg1"/>
                </a:solidFill>
              </a:rPr>
              <a:t>Bijv. een e-mailservice die een bepaalde poort gebruikt</a:t>
            </a:r>
            <a:endParaRPr lang="nl-NL" b="1" dirty="0">
              <a:solidFill>
                <a:schemeClr val="bg1"/>
              </a:solidFill>
            </a:endParaRPr>
          </a:p>
          <a:p>
            <a:pPr marL="0" indent="0">
              <a:buNone/>
            </a:pPr>
            <a:endParaRPr lang="nl-NL" dirty="0">
              <a:solidFill>
                <a:schemeClr val="bg1"/>
              </a:solidFill>
            </a:endParaRPr>
          </a:p>
          <a:p>
            <a:pPr marL="0" indent="0">
              <a:buNone/>
            </a:pPr>
            <a:endParaRPr lang="nl-NL" b="1" dirty="0">
              <a:solidFill>
                <a:schemeClr val="bg1"/>
              </a:solidFill>
            </a:endParaRPr>
          </a:p>
          <a:p>
            <a:pPr marL="0" indent="0">
              <a:buNone/>
            </a:pPr>
            <a:endParaRPr lang="nl-NL" b="1" dirty="0">
              <a:solidFill>
                <a:schemeClr val="bg1"/>
              </a:solidFill>
            </a:endParaRPr>
          </a:p>
        </p:txBody>
      </p:sp>
    </p:spTree>
    <p:extLst>
      <p:ext uri="{BB962C8B-B14F-4D97-AF65-F5344CB8AC3E}">
        <p14:creationId xmlns:p14="http://schemas.microsoft.com/office/powerpoint/2010/main" val="1517732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CF1157-8A56-78BE-0D22-EE24F5F2CE8A}"/>
              </a:ext>
            </a:extLst>
          </p:cNvPr>
          <p:cNvSpPr>
            <a:spLocks noGrp="1"/>
          </p:cNvSpPr>
          <p:nvPr>
            <p:ph type="title"/>
          </p:nvPr>
        </p:nvSpPr>
        <p:spPr/>
        <p:txBody>
          <a:bodyPr/>
          <a:lstStyle/>
          <a:p>
            <a:r>
              <a:rPr lang="nl-NL" b="1" dirty="0">
                <a:solidFill>
                  <a:schemeClr val="bg1"/>
                </a:solidFill>
              </a:rPr>
              <a:t>Wat gaat hier mis?</a:t>
            </a:r>
          </a:p>
        </p:txBody>
      </p:sp>
      <p:pic>
        <p:nvPicPr>
          <p:cNvPr id="5" name="Tijdelijke aanduiding voor inhoud 4">
            <a:extLst>
              <a:ext uri="{FF2B5EF4-FFF2-40B4-BE49-F238E27FC236}">
                <a16:creationId xmlns:a16="http://schemas.microsoft.com/office/drawing/2014/main" id="{10718507-9A6A-16CD-8156-488D69A82A9A}"/>
              </a:ext>
            </a:extLst>
          </p:cNvPr>
          <p:cNvPicPr>
            <a:picLocks noGrp="1" noChangeAspect="1"/>
          </p:cNvPicPr>
          <p:nvPr>
            <p:ph idx="1"/>
          </p:nvPr>
        </p:nvPicPr>
        <p:blipFill>
          <a:blip r:embed="rId2"/>
          <a:stretch>
            <a:fillRect/>
          </a:stretch>
        </p:blipFill>
        <p:spPr>
          <a:xfrm>
            <a:off x="685800" y="1790173"/>
            <a:ext cx="10519822" cy="1638827"/>
          </a:xfrm>
        </p:spPr>
      </p:pic>
    </p:spTree>
    <p:extLst>
      <p:ext uri="{BB962C8B-B14F-4D97-AF65-F5344CB8AC3E}">
        <p14:creationId xmlns:p14="http://schemas.microsoft.com/office/powerpoint/2010/main" val="2539894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269083-AA14-933E-527D-CA90944F0F3D}"/>
              </a:ext>
            </a:extLst>
          </p:cNvPr>
          <p:cNvSpPr>
            <a:spLocks noGrp="1"/>
          </p:cNvSpPr>
          <p:nvPr>
            <p:ph type="title"/>
          </p:nvPr>
        </p:nvSpPr>
        <p:spPr/>
        <p:txBody>
          <a:bodyPr/>
          <a:lstStyle/>
          <a:p>
            <a:r>
              <a:rPr lang="nl-NL" dirty="0"/>
              <a:t> </a:t>
            </a:r>
          </a:p>
        </p:txBody>
      </p:sp>
      <p:pic>
        <p:nvPicPr>
          <p:cNvPr id="7" name="Tijdelijke aanduiding voor inhoud 6">
            <a:extLst>
              <a:ext uri="{FF2B5EF4-FFF2-40B4-BE49-F238E27FC236}">
                <a16:creationId xmlns:a16="http://schemas.microsoft.com/office/drawing/2014/main" id="{CE5AE17C-9169-2155-426A-8FD068E2033C}"/>
              </a:ext>
            </a:extLst>
          </p:cNvPr>
          <p:cNvPicPr>
            <a:picLocks noGrp="1" noChangeAspect="1"/>
          </p:cNvPicPr>
          <p:nvPr>
            <p:ph idx="1"/>
          </p:nvPr>
        </p:nvPicPr>
        <p:blipFill>
          <a:blip r:embed="rId2"/>
          <a:stretch>
            <a:fillRect/>
          </a:stretch>
        </p:blipFill>
        <p:spPr>
          <a:xfrm>
            <a:off x="623129" y="1027906"/>
            <a:ext cx="11441532" cy="4610894"/>
          </a:xfrm>
          <a:prstGeom prst="rect">
            <a:avLst/>
          </a:prstGeom>
        </p:spPr>
      </p:pic>
    </p:spTree>
    <p:extLst>
      <p:ext uri="{BB962C8B-B14F-4D97-AF65-F5344CB8AC3E}">
        <p14:creationId xmlns:p14="http://schemas.microsoft.com/office/powerpoint/2010/main" val="21973359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4013B7-5A06-C7DF-F6BE-D1A3D15A4290}"/>
              </a:ext>
            </a:extLst>
          </p:cNvPr>
          <p:cNvSpPr>
            <a:spLocks noGrp="1"/>
          </p:cNvSpPr>
          <p:nvPr>
            <p:ph type="title"/>
          </p:nvPr>
        </p:nvSpPr>
        <p:spPr/>
        <p:txBody>
          <a:bodyPr/>
          <a:lstStyle/>
          <a:p>
            <a:r>
              <a:rPr lang="nl-NL" b="1" dirty="0">
                <a:solidFill>
                  <a:schemeClr val="bg1"/>
                </a:solidFill>
              </a:rPr>
              <a:t>Zo is het al beter…</a:t>
            </a:r>
          </a:p>
        </p:txBody>
      </p:sp>
      <p:sp>
        <p:nvSpPr>
          <p:cNvPr id="11" name="Tijdelijke aanduiding voor inhoud 10">
            <a:extLst>
              <a:ext uri="{FF2B5EF4-FFF2-40B4-BE49-F238E27FC236}">
                <a16:creationId xmlns:a16="http://schemas.microsoft.com/office/drawing/2014/main" id="{F0B5B657-C38E-3ADF-40C0-B833F3997B40}"/>
              </a:ext>
            </a:extLst>
          </p:cNvPr>
          <p:cNvSpPr>
            <a:spLocks noGrp="1"/>
          </p:cNvSpPr>
          <p:nvPr>
            <p:ph idx="1"/>
          </p:nvPr>
        </p:nvSpPr>
        <p:spPr/>
        <p:txBody>
          <a:bodyPr/>
          <a:lstStyle/>
          <a:p>
            <a:pPr marL="0" indent="0">
              <a:buNone/>
            </a:pPr>
            <a:r>
              <a:rPr lang="nl-NL" dirty="0"/>
              <a:t> </a:t>
            </a:r>
          </a:p>
        </p:txBody>
      </p:sp>
      <p:pic>
        <p:nvPicPr>
          <p:cNvPr id="13" name="Afbeelding 12">
            <a:extLst>
              <a:ext uri="{FF2B5EF4-FFF2-40B4-BE49-F238E27FC236}">
                <a16:creationId xmlns:a16="http://schemas.microsoft.com/office/drawing/2014/main" id="{4C2E8463-B54B-D402-DEC9-67B70204857A}"/>
              </a:ext>
            </a:extLst>
          </p:cNvPr>
          <p:cNvPicPr>
            <a:picLocks noChangeAspect="1"/>
          </p:cNvPicPr>
          <p:nvPr/>
        </p:nvPicPr>
        <p:blipFill>
          <a:blip r:embed="rId2"/>
          <a:stretch>
            <a:fillRect/>
          </a:stretch>
        </p:blipFill>
        <p:spPr>
          <a:xfrm>
            <a:off x="765586" y="2150066"/>
            <a:ext cx="9978612" cy="1954574"/>
          </a:xfrm>
          <a:prstGeom prst="rect">
            <a:avLst/>
          </a:prstGeom>
        </p:spPr>
      </p:pic>
    </p:spTree>
    <p:extLst>
      <p:ext uri="{BB962C8B-B14F-4D97-AF65-F5344CB8AC3E}">
        <p14:creationId xmlns:p14="http://schemas.microsoft.com/office/powerpoint/2010/main" val="707873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336582-7B1E-EAC1-EE1C-0E1D56BF91C9}"/>
              </a:ext>
            </a:extLst>
          </p:cNvPr>
          <p:cNvSpPr>
            <a:spLocks noGrp="1"/>
          </p:cNvSpPr>
          <p:nvPr>
            <p:ph type="title"/>
          </p:nvPr>
        </p:nvSpPr>
        <p:spPr/>
        <p:txBody>
          <a:bodyPr/>
          <a:lstStyle/>
          <a:p>
            <a:r>
              <a:rPr lang="nl-NL" dirty="0"/>
              <a:t> </a:t>
            </a:r>
          </a:p>
        </p:txBody>
      </p:sp>
      <p:sp>
        <p:nvSpPr>
          <p:cNvPr id="3" name="Tijdelijke aanduiding voor inhoud 2">
            <a:extLst>
              <a:ext uri="{FF2B5EF4-FFF2-40B4-BE49-F238E27FC236}">
                <a16:creationId xmlns:a16="http://schemas.microsoft.com/office/drawing/2014/main" id="{357A8F5A-3091-7A74-560E-AD677AB0670C}"/>
              </a:ext>
            </a:extLst>
          </p:cNvPr>
          <p:cNvSpPr>
            <a:spLocks noGrp="1"/>
          </p:cNvSpPr>
          <p:nvPr>
            <p:ph idx="1"/>
          </p:nvPr>
        </p:nvSpPr>
        <p:spPr/>
        <p:txBody>
          <a:bodyPr/>
          <a:lstStyle/>
          <a:p>
            <a:pPr marL="0" indent="0">
              <a:buNone/>
            </a:pPr>
            <a:endParaRPr lang="nl-NL" dirty="0"/>
          </a:p>
          <a:p>
            <a:pPr marL="0" indent="0">
              <a:buNone/>
            </a:pPr>
            <a:endParaRPr lang="nl-NL" dirty="0"/>
          </a:p>
        </p:txBody>
      </p:sp>
      <p:pic>
        <p:nvPicPr>
          <p:cNvPr id="7" name="Afbeelding 6">
            <a:extLst>
              <a:ext uri="{FF2B5EF4-FFF2-40B4-BE49-F238E27FC236}">
                <a16:creationId xmlns:a16="http://schemas.microsoft.com/office/drawing/2014/main" id="{3951767D-E0EE-CDFC-18AE-0E59E9C5929E}"/>
              </a:ext>
            </a:extLst>
          </p:cNvPr>
          <p:cNvPicPr>
            <a:picLocks noChangeAspect="1"/>
          </p:cNvPicPr>
          <p:nvPr/>
        </p:nvPicPr>
        <p:blipFill>
          <a:blip r:embed="rId2"/>
          <a:stretch>
            <a:fillRect/>
          </a:stretch>
        </p:blipFill>
        <p:spPr>
          <a:xfrm>
            <a:off x="838200" y="1044577"/>
            <a:ext cx="9985086" cy="4768845"/>
          </a:xfrm>
          <a:prstGeom prst="rect">
            <a:avLst/>
          </a:prstGeom>
        </p:spPr>
      </p:pic>
    </p:spTree>
    <p:extLst>
      <p:ext uri="{BB962C8B-B14F-4D97-AF65-F5344CB8AC3E}">
        <p14:creationId xmlns:p14="http://schemas.microsoft.com/office/powerpoint/2010/main" val="32217380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FE0D7C-2926-9EEF-5602-B7E09F1C50D4}"/>
              </a:ext>
            </a:extLst>
          </p:cNvPr>
          <p:cNvSpPr>
            <a:spLocks noGrp="1"/>
          </p:cNvSpPr>
          <p:nvPr>
            <p:ph type="title"/>
          </p:nvPr>
        </p:nvSpPr>
        <p:spPr/>
        <p:txBody>
          <a:bodyPr/>
          <a:lstStyle/>
          <a:p>
            <a:r>
              <a:rPr lang="nl-NL" b="1" dirty="0">
                <a:solidFill>
                  <a:schemeClr val="bg1"/>
                </a:solidFill>
              </a:rPr>
              <a:t>Low </a:t>
            </a:r>
            <a:r>
              <a:rPr lang="nl-NL" b="1" dirty="0" err="1">
                <a:solidFill>
                  <a:schemeClr val="bg1"/>
                </a:solidFill>
              </a:rPr>
              <a:t>coupling</a:t>
            </a:r>
            <a:endParaRPr lang="nl-NL" b="1" dirty="0">
              <a:solidFill>
                <a:schemeClr val="bg1"/>
              </a:solidFill>
            </a:endParaRPr>
          </a:p>
        </p:txBody>
      </p:sp>
      <p:pic>
        <p:nvPicPr>
          <p:cNvPr id="5" name="Tijdelijke aanduiding voor inhoud 4">
            <a:extLst>
              <a:ext uri="{FF2B5EF4-FFF2-40B4-BE49-F238E27FC236}">
                <a16:creationId xmlns:a16="http://schemas.microsoft.com/office/drawing/2014/main" id="{FD6D2E14-133E-8FE9-6CD6-BB863E5035B2}"/>
              </a:ext>
            </a:extLst>
          </p:cNvPr>
          <p:cNvPicPr>
            <a:picLocks noGrp="1" noChangeAspect="1"/>
          </p:cNvPicPr>
          <p:nvPr>
            <p:ph idx="1"/>
          </p:nvPr>
        </p:nvPicPr>
        <p:blipFill>
          <a:blip r:embed="rId2"/>
          <a:stretch>
            <a:fillRect/>
          </a:stretch>
        </p:blipFill>
        <p:spPr>
          <a:xfrm>
            <a:off x="757376" y="1581216"/>
            <a:ext cx="10677247" cy="747569"/>
          </a:xfrm>
        </p:spPr>
      </p:pic>
      <p:pic>
        <p:nvPicPr>
          <p:cNvPr id="1026" name="Picture 2" descr="Super New Glue - 2 Pack – Beads, Inc.">
            <a:extLst>
              <a:ext uri="{FF2B5EF4-FFF2-40B4-BE49-F238E27FC236}">
                <a16:creationId xmlns:a16="http://schemas.microsoft.com/office/drawing/2014/main" id="{3934D3DB-3BCF-E3E9-86FF-CB9C78C39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83658"/>
            <a:ext cx="3891116" cy="3891116"/>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4B7DC8DC-67D8-1CA6-02DF-53FC67148361}"/>
              </a:ext>
            </a:extLst>
          </p:cNvPr>
          <p:cNvSpPr txBox="1"/>
          <p:nvPr/>
        </p:nvSpPr>
        <p:spPr>
          <a:xfrm>
            <a:off x="5948516" y="3283974"/>
            <a:ext cx="4640826" cy="369332"/>
          </a:xfrm>
          <a:prstGeom prst="rect">
            <a:avLst/>
          </a:prstGeom>
          <a:noFill/>
        </p:spPr>
        <p:txBody>
          <a:bodyPr wrap="square" rtlCol="0">
            <a:spAutoFit/>
          </a:bodyPr>
          <a:lstStyle/>
          <a:p>
            <a:r>
              <a:rPr lang="nl-NL" dirty="0">
                <a:solidFill>
                  <a:schemeClr val="bg1"/>
                </a:solidFill>
              </a:rPr>
              <a:t>NEW = GLUE</a:t>
            </a:r>
          </a:p>
        </p:txBody>
      </p:sp>
    </p:spTree>
    <p:extLst>
      <p:ext uri="{BB962C8B-B14F-4D97-AF65-F5344CB8AC3E}">
        <p14:creationId xmlns:p14="http://schemas.microsoft.com/office/powerpoint/2010/main" val="6284924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1D1C3-DAE5-5A0A-836F-7A022096FC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348BD79-AF92-47B8-201E-F112B2B34F69}"/>
              </a:ext>
            </a:extLst>
          </p:cNvPr>
          <p:cNvSpPr>
            <a:spLocks noGrp="1"/>
          </p:cNvSpPr>
          <p:nvPr>
            <p:ph type="title"/>
          </p:nvPr>
        </p:nvSpPr>
        <p:spPr/>
        <p:txBody>
          <a:bodyPr/>
          <a:lstStyle/>
          <a:p>
            <a:r>
              <a:rPr lang="nl-NL" dirty="0">
                <a:solidFill>
                  <a:schemeClr val="bg1"/>
                </a:solidFill>
              </a:rPr>
              <a:t>Oefening</a:t>
            </a:r>
            <a:endParaRPr lang="nl-NL" dirty="0"/>
          </a:p>
        </p:txBody>
      </p:sp>
      <p:sp>
        <p:nvSpPr>
          <p:cNvPr id="3" name="Tijdelijke aanduiding voor inhoud 2">
            <a:extLst>
              <a:ext uri="{FF2B5EF4-FFF2-40B4-BE49-F238E27FC236}">
                <a16:creationId xmlns:a16="http://schemas.microsoft.com/office/drawing/2014/main" id="{92A8B690-D462-835C-68EE-F2948BC4E02D}"/>
              </a:ext>
            </a:extLst>
          </p:cNvPr>
          <p:cNvSpPr>
            <a:spLocks noGrp="1"/>
          </p:cNvSpPr>
          <p:nvPr>
            <p:ph idx="1"/>
          </p:nvPr>
        </p:nvSpPr>
        <p:spPr/>
        <p:txBody>
          <a:bodyPr/>
          <a:lstStyle/>
          <a:p>
            <a:pPr marL="0" indent="0">
              <a:buNone/>
            </a:pPr>
            <a:r>
              <a:rPr lang="nl-NL" dirty="0"/>
              <a:t> </a:t>
            </a:r>
          </a:p>
        </p:txBody>
      </p:sp>
    </p:spTree>
    <p:extLst>
      <p:ext uri="{BB962C8B-B14F-4D97-AF65-F5344CB8AC3E}">
        <p14:creationId xmlns:p14="http://schemas.microsoft.com/office/powerpoint/2010/main" val="35510715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33F8-5CEC-161E-DA41-DEFA41CF1702}"/>
            </a:ext>
          </a:extLst>
        </p:cNvPr>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16143DD3-C856-52B2-1B31-607F7304EB5E}"/>
              </a:ext>
            </a:extLst>
          </p:cNvPr>
          <p:cNvSpPr>
            <a:spLocks noGrp="1"/>
          </p:cNvSpPr>
          <p:nvPr>
            <p:ph sz="half" idx="2"/>
          </p:nvPr>
        </p:nvSpPr>
        <p:spPr>
          <a:xfrm>
            <a:off x="1004637" y="1825625"/>
            <a:ext cx="10349163" cy="4351338"/>
          </a:xfrm>
        </p:spPr>
        <p:txBody>
          <a:bodyPr/>
          <a:lstStyle/>
          <a:p>
            <a:pPr marL="0" indent="0">
              <a:buNone/>
            </a:pPr>
            <a:r>
              <a:rPr lang="en-US" b="1" dirty="0" err="1">
                <a:solidFill>
                  <a:schemeClr val="bg1"/>
                </a:solidFill>
              </a:rPr>
              <a:t>Doelen</a:t>
            </a:r>
            <a:endParaRPr lang="en-US" b="1" dirty="0">
              <a:solidFill>
                <a:schemeClr val="bg1"/>
              </a:solidFill>
            </a:endParaRPr>
          </a:p>
          <a:p>
            <a:pPr>
              <a:buFontTx/>
              <a:buChar char="-"/>
            </a:pPr>
            <a:r>
              <a:rPr lang="en-US" dirty="0" err="1">
                <a:solidFill>
                  <a:schemeClr val="bg1"/>
                </a:solidFill>
              </a:rPr>
              <a:t>Uitbreidbaarheid</a:t>
            </a:r>
            <a:endParaRPr lang="en-US" dirty="0">
              <a:solidFill>
                <a:schemeClr val="bg1"/>
              </a:solidFill>
            </a:endParaRPr>
          </a:p>
          <a:p>
            <a:pPr>
              <a:buFontTx/>
              <a:buChar char="-"/>
            </a:pPr>
            <a:r>
              <a:rPr lang="en-US" dirty="0" err="1">
                <a:solidFill>
                  <a:schemeClr val="bg1"/>
                </a:solidFill>
              </a:rPr>
              <a:t>Leesbaarheid</a:t>
            </a:r>
            <a:endParaRPr lang="en-US" dirty="0">
              <a:solidFill>
                <a:schemeClr val="bg1"/>
              </a:solidFill>
            </a:endParaRPr>
          </a:p>
          <a:p>
            <a:pPr>
              <a:buFontTx/>
              <a:buChar char="-"/>
            </a:pPr>
            <a:r>
              <a:rPr lang="en-US" dirty="0" err="1">
                <a:solidFill>
                  <a:schemeClr val="bg1"/>
                </a:solidFill>
              </a:rPr>
              <a:t>Testbaarheid</a:t>
            </a:r>
            <a:endParaRPr lang="en-US" dirty="0">
              <a:solidFill>
                <a:schemeClr val="bg1"/>
              </a:solidFill>
            </a:endParaRPr>
          </a:p>
          <a:p>
            <a:pPr marL="0" indent="0">
              <a:buNone/>
            </a:pPr>
            <a:endParaRPr lang="en-US" dirty="0"/>
          </a:p>
        </p:txBody>
      </p:sp>
      <p:sp>
        <p:nvSpPr>
          <p:cNvPr id="2" name="TextBox 1">
            <a:extLst>
              <a:ext uri="{FF2B5EF4-FFF2-40B4-BE49-F238E27FC236}">
                <a16:creationId xmlns:a16="http://schemas.microsoft.com/office/drawing/2014/main" id="{365FFE03-61E6-67CF-E7A1-A9EBF29D5B2E}"/>
              </a:ext>
            </a:extLst>
          </p:cNvPr>
          <p:cNvSpPr txBox="1"/>
          <p:nvPr/>
        </p:nvSpPr>
        <p:spPr>
          <a:xfrm>
            <a:off x="601579" y="493295"/>
            <a:ext cx="5015163" cy="646331"/>
          </a:xfrm>
          <a:prstGeom prst="rect">
            <a:avLst/>
          </a:prstGeom>
          <a:noFill/>
        </p:spPr>
        <p:txBody>
          <a:bodyPr wrap="square" rtlCol="0">
            <a:spAutoFit/>
          </a:bodyPr>
          <a:lstStyle/>
          <a:p>
            <a:r>
              <a:rPr lang="en-US" sz="3600" dirty="0" err="1">
                <a:solidFill>
                  <a:schemeClr val="bg1"/>
                </a:solidFill>
              </a:rPr>
              <a:t>Wanneer</a:t>
            </a:r>
            <a:r>
              <a:rPr lang="en-US" sz="3600" dirty="0">
                <a:solidFill>
                  <a:schemeClr val="bg1"/>
                </a:solidFill>
              </a:rPr>
              <a:t> </a:t>
            </a:r>
            <a:r>
              <a:rPr lang="en-US" sz="3600" dirty="0" err="1">
                <a:solidFill>
                  <a:schemeClr val="bg1"/>
                </a:solidFill>
              </a:rPr>
              <a:t>afwijken</a:t>
            </a:r>
            <a:r>
              <a:rPr lang="en-US" sz="3600" dirty="0">
                <a:solidFill>
                  <a:schemeClr val="bg1"/>
                </a:solidFill>
              </a:rPr>
              <a:t>?</a:t>
            </a:r>
            <a:endParaRPr lang="en-NL" sz="3600" dirty="0">
              <a:solidFill>
                <a:schemeClr val="bg1"/>
              </a:solidFill>
            </a:endParaRPr>
          </a:p>
        </p:txBody>
      </p:sp>
      <p:sp>
        <p:nvSpPr>
          <p:cNvPr id="4" name="Tekstvak 3">
            <a:extLst>
              <a:ext uri="{FF2B5EF4-FFF2-40B4-BE49-F238E27FC236}">
                <a16:creationId xmlns:a16="http://schemas.microsoft.com/office/drawing/2014/main" id="{4921F717-53E3-4EC8-391A-ED15556060A8}"/>
              </a:ext>
            </a:extLst>
          </p:cNvPr>
          <p:cNvSpPr txBox="1"/>
          <p:nvPr/>
        </p:nvSpPr>
        <p:spPr>
          <a:xfrm>
            <a:off x="6797842" y="1711126"/>
            <a:ext cx="3717758" cy="2246769"/>
          </a:xfrm>
          <a:prstGeom prst="rect">
            <a:avLst/>
          </a:prstGeom>
          <a:noFill/>
        </p:spPr>
        <p:txBody>
          <a:bodyPr wrap="square" rtlCol="0">
            <a:spAutoFit/>
          </a:bodyPr>
          <a:lstStyle/>
          <a:p>
            <a:r>
              <a:rPr lang="nl-NL" sz="2000" dirty="0">
                <a:solidFill>
                  <a:schemeClr val="bg1"/>
                </a:solidFill>
              </a:rPr>
              <a:t>Meer abstractie = makkelijker </a:t>
            </a:r>
            <a:r>
              <a:rPr lang="nl-NL" sz="2000" dirty="0" err="1">
                <a:solidFill>
                  <a:schemeClr val="bg1"/>
                </a:solidFill>
              </a:rPr>
              <a:t>uitbreidbaar</a:t>
            </a:r>
            <a:r>
              <a:rPr lang="nl-NL" sz="2000" dirty="0">
                <a:solidFill>
                  <a:schemeClr val="bg1"/>
                </a:solidFill>
              </a:rPr>
              <a:t> en grondiger </a:t>
            </a:r>
            <a:r>
              <a:rPr lang="nl-NL" sz="2000" dirty="0" err="1">
                <a:solidFill>
                  <a:schemeClr val="bg1"/>
                </a:solidFill>
              </a:rPr>
              <a:t>testbaar</a:t>
            </a:r>
            <a:r>
              <a:rPr lang="nl-NL" sz="2000" dirty="0">
                <a:solidFill>
                  <a:schemeClr val="bg1"/>
                </a:solidFill>
              </a:rPr>
              <a:t>…</a:t>
            </a:r>
          </a:p>
          <a:p>
            <a:endParaRPr lang="nl-NL" sz="2000" dirty="0">
              <a:solidFill>
                <a:schemeClr val="bg1"/>
              </a:solidFill>
            </a:endParaRPr>
          </a:p>
          <a:p>
            <a:endParaRPr lang="nl-NL" sz="2000" dirty="0">
              <a:solidFill>
                <a:schemeClr val="bg1"/>
              </a:solidFill>
            </a:endParaRPr>
          </a:p>
          <a:p>
            <a:r>
              <a:rPr lang="nl-NL" sz="2000" dirty="0">
                <a:solidFill>
                  <a:schemeClr val="bg1"/>
                </a:solidFill>
              </a:rPr>
              <a:t>… maar vaak ook complexere code</a:t>
            </a:r>
          </a:p>
        </p:txBody>
      </p:sp>
    </p:spTree>
    <p:extLst>
      <p:ext uri="{BB962C8B-B14F-4D97-AF65-F5344CB8AC3E}">
        <p14:creationId xmlns:p14="http://schemas.microsoft.com/office/powerpoint/2010/main" val="3945037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D415DF-4190-198A-BB5C-2C8E071DDDF9}"/>
              </a:ext>
            </a:extLst>
          </p:cNvPr>
          <p:cNvSpPr>
            <a:spLocks noGrp="1"/>
          </p:cNvSpPr>
          <p:nvPr>
            <p:ph type="title"/>
          </p:nvPr>
        </p:nvSpPr>
        <p:spPr/>
        <p:txBody>
          <a:bodyPr/>
          <a:lstStyle/>
          <a:p>
            <a:r>
              <a:rPr lang="nl-NL" dirty="0">
                <a:solidFill>
                  <a:schemeClr val="bg1"/>
                </a:solidFill>
              </a:rPr>
              <a:t>Hier heeft meer abstractie nut:</a:t>
            </a:r>
          </a:p>
        </p:txBody>
      </p:sp>
      <p:pic>
        <p:nvPicPr>
          <p:cNvPr id="6" name="Tijdelijke aanduiding voor inhoud 5">
            <a:extLst>
              <a:ext uri="{FF2B5EF4-FFF2-40B4-BE49-F238E27FC236}">
                <a16:creationId xmlns:a16="http://schemas.microsoft.com/office/drawing/2014/main" id="{FCC4EF31-3B9E-AB8A-0756-4352A0CBDB0C}"/>
              </a:ext>
            </a:extLst>
          </p:cNvPr>
          <p:cNvPicPr>
            <a:picLocks noGrp="1" noChangeAspect="1"/>
          </p:cNvPicPr>
          <p:nvPr>
            <p:ph sz="half" idx="1"/>
          </p:nvPr>
        </p:nvPicPr>
        <p:blipFill>
          <a:blip r:embed="rId2"/>
          <a:stretch>
            <a:fillRect/>
          </a:stretch>
        </p:blipFill>
        <p:spPr>
          <a:xfrm>
            <a:off x="838200" y="1690688"/>
            <a:ext cx="3993226" cy="3033023"/>
          </a:xfrm>
        </p:spPr>
      </p:pic>
      <p:pic>
        <p:nvPicPr>
          <p:cNvPr id="8" name="Tijdelijke aanduiding voor inhoud 7">
            <a:extLst>
              <a:ext uri="{FF2B5EF4-FFF2-40B4-BE49-F238E27FC236}">
                <a16:creationId xmlns:a16="http://schemas.microsoft.com/office/drawing/2014/main" id="{A1BB78A3-BD2C-2E9D-92FB-ED158D7DFC4A}"/>
              </a:ext>
            </a:extLst>
          </p:cNvPr>
          <p:cNvPicPr>
            <a:picLocks noGrp="1" noChangeAspect="1"/>
          </p:cNvPicPr>
          <p:nvPr>
            <p:ph sz="half" idx="2"/>
          </p:nvPr>
        </p:nvPicPr>
        <p:blipFill>
          <a:blip r:embed="rId3"/>
          <a:stretch>
            <a:fillRect/>
          </a:stretch>
        </p:blipFill>
        <p:spPr>
          <a:xfrm>
            <a:off x="6226342" y="4014751"/>
            <a:ext cx="5181600" cy="2319243"/>
          </a:xfrm>
        </p:spPr>
      </p:pic>
      <p:pic>
        <p:nvPicPr>
          <p:cNvPr id="10" name="Afbeelding 9">
            <a:extLst>
              <a:ext uri="{FF2B5EF4-FFF2-40B4-BE49-F238E27FC236}">
                <a16:creationId xmlns:a16="http://schemas.microsoft.com/office/drawing/2014/main" id="{8D9ADEFE-FF45-26EA-CB71-200276A87457}"/>
              </a:ext>
            </a:extLst>
          </p:cNvPr>
          <p:cNvPicPr>
            <a:picLocks noChangeAspect="1"/>
          </p:cNvPicPr>
          <p:nvPr/>
        </p:nvPicPr>
        <p:blipFill>
          <a:blip r:embed="rId4"/>
          <a:stretch>
            <a:fillRect/>
          </a:stretch>
        </p:blipFill>
        <p:spPr>
          <a:xfrm>
            <a:off x="6226342" y="2275514"/>
            <a:ext cx="4259949" cy="1356478"/>
          </a:xfrm>
          <a:prstGeom prst="rect">
            <a:avLst/>
          </a:prstGeom>
        </p:spPr>
      </p:pic>
      <p:sp>
        <p:nvSpPr>
          <p:cNvPr id="11" name="Tekstvak 10">
            <a:extLst>
              <a:ext uri="{FF2B5EF4-FFF2-40B4-BE49-F238E27FC236}">
                <a16:creationId xmlns:a16="http://schemas.microsoft.com/office/drawing/2014/main" id="{FA9A3D02-714C-3357-8329-A414BF39D883}"/>
              </a:ext>
            </a:extLst>
          </p:cNvPr>
          <p:cNvSpPr txBox="1"/>
          <p:nvPr/>
        </p:nvSpPr>
        <p:spPr>
          <a:xfrm>
            <a:off x="6154628" y="1888781"/>
            <a:ext cx="2411896" cy="369332"/>
          </a:xfrm>
          <a:prstGeom prst="rect">
            <a:avLst/>
          </a:prstGeom>
          <a:noFill/>
        </p:spPr>
        <p:txBody>
          <a:bodyPr wrap="square" rtlCol="0">
            <a:spAutoFit/>
          </a:bodyPr>
          <a:lstStyle/>
          <a:p>
            <a:r>
              <a:rPr lang="nl-NL" dirty="0">
                <a:solidFill>
                  <a:schemeClr val="bg1"/>
                </a:solidFill>
              </a:rPr>
              <a:t>Abstractie </a:t>
            </a:r>
          </a:p>
        </p:txBody>
      </p:sp>
      <p:sp>
        <p:nvSpPr>
          <p:cNvPr id="13" name="Tekstvak 12">
            <a:extLst>
              <a:ext uri="{FF2B5EF4-FFF2-40B4-BE49-F238E27FC236}">
                <a16:creationId xmlns:a16="http://schemas.microsoft.com/office/drawing/2014/main" id="{A7BB7C16-AFA2-C7C7-532B-C8A6CB93BB15}"/>
              </a:ext>
            </a:extLst>
          </p:cNvPr>
          <p:cNvSpPr txBox="1"/>
          <p:nvPr/>
        </p:nvSpPr>
        <p:spPr>
          <a:xfrm>
            <a:off x="838200" y="4844146"/>
            <a:ext cx="2325756" cy="646331"/>
          </a:xfrm>
          <a:prstGeom prst="rect">
            <a:avLst/>
          </a:prstGeom>
          <a:noFill/>
        </p:spPr>
        <p:txBody>
          <a:bodyPr wrap="square" rtlCol="0">
            <a:spAutoFit/>
          </a:bodyPr>
          <a:lstStyle/>
          <a:p>
            <a:r>
              <a:rPr lang="nl-NL" dirty="0">
                <a:solidFill>
                  <a:schemeClr val="bg1"/>
                </a:solidFill>
              </a:rPr>
              <a:t>Concrete implementatie</a:t>
            </a:r>
          </a:p>
        </p:txBody>
      </p:sp>
    </p:spTree>
    <p:extLst>
      <p:ext uri="{BB962C8B-B14F-4D97-AF65-F5344CB8AC3E}">
        <p14:creationId xmlns:p14="http://schemas.microsoft.com/office/powerpoint/2010/main" val="19537117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C81B3C-4A81-CB73-DBEC-7E169900730A}"/>
              </a:ext>
            </a:extLst>
          </p:cNvPr>
          <p:cNvSpPr>
            <a:spLocks noGrp="1"/>
          </p:cNvSpPr>
          <p:nvPr>
            <p:ph type="title"/>
          </p:nvPr>
        </p:nvSpPr>
        <p:spPr/>
        <p:txBody>
          <a:bodyPr/>
          <a:lstStyle/>
          <a:p>
            <a:r>
              <a:rPr lang="nl-NL" dirty="0">
                <a:solidFill>
                  <a:schemeClr val="bg1"/>
                </a:solidFill>
              </a:rPr>
              <a:t>Hier zou het onnodige overhead zijn</a:t>
            </a:r>
          </a:p>
        </p:txBody>
      </p:sp>
      <p:pic>
        <p:nvPicPr>
          <p:cNvPr id="6" name="Tijdelijke aanduiding voor inhoud 5">
            <a:extLst>
              <a:ext uri="{FF2B5EF4-FFF2-40B4-BE49-F238E27FC236}">
                <a16:creationId xmlns:a16="http://schemas.microsoft.com/office/drawing/2014/main" id="{C5391A1A-1827-4700-5744-B768194A382D}"/>
              </a:ext>
            </a:extLst>
          </p:cNvPr>
          <p:cNvPicPr>
            <a:picLocks noGrp="1" noChangeAspect="1"/>
          </p:cNvPicPr>
          <p:nvPr>
            <p:ph sz="half" idx="1"/>
          </p:nvPr>
        </p:nvPicPr>
        <p:blipFill>
          <a:blip r:embed="rId2"/>
          <a:stretch>
            <a:fillRect/>
          </a:stretch>
        </p:blipFill>
        <p:spPr>
          <a:xfrm>
            <a:off x="1039736" y="3001879"/>
            <a:ext cx="5827987" cy="1571368"/>
          </a:xfrm>
        </p:spPr>
      </p:pic>
      <p:sp>
        <p:nvSpPr>
          <p:cNvPr id="7" name="Tekstvak 6">
            <a:extLst>
              <a:ext uri="{FF2B5EF4-FFF2-40B4-BE49-F238E27FC236}">
                <a16:creationId xmlns:a16="http://schemas.microsoft.com/office/drawing/2014/main" id="{C60015F6-3BF8-1186-3408-359DCFF412AD}"/>
              </a:ext>
            </a:extLst>
          </p:cNvPr>
          <p:cNvSpPr txBox="1"/>
          <p:nvPr/>
        </p:nvSpPr>
        <p:spPr>
          <a:xfrm>
            <a:off x="7166221" y="2818921"/>
            <a:ext cx="3650877" cy="1754326"/>
          </a:xfrm>
          <a:prstGeom prst="rect">
            <a:avLst/>
          </a:prstGeom>
          <a:noFill/>
        </p:spPr>
        <p:txBody>
          <a:bodyPr wrap="square" rtlCol="0">
            <a:spAutoFit/>
          </a:bodyPr>
          <a:lstStyle/>
          <a:p>
            <a:r>
              <a:rPr lang="nl-NL" sz="3600" dirty="0">
                <a:solidFill>
                  <a:schemeClr val="bg1"/>
                </a:solidFill>
              </a:rPr>
              <a:t>“Flexibiliteit zit altijd op de verkeerde plek”</a:t>
            </a:r>
          </a:p>
        </p:txBody>
      </p:sp>
    </p:spTree>
    <p:extLst>
      <p:ext uri="{BB962C8B-B14F-4D97-AF65-F5344CB8AC3E}">
        <p14:creationId xmlns:p14="http://schemas.microsoft.com/office/powerpoint/2010/main" val="21169336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CF665D-762C-DF38-2AB9-47DFE2B119E6}"/>
              </a:ext>
            </a:extLst>
          </p:cNvPr>
          <p:cNvSpPr>
            <a:spLocks noGrp="1"/>
          </p:cNvSpPr>
          <p:nvPr>
            <p:ph type="title"/>
          </p:nvPr>
        </p:nvSpPr>
        <p:spPr/>
        <p:txBody>
          <a:bodyPr/>
          <a:lstStyle/>
          <a:p>
            <a:r>
              <a:rPr lang="nl-NL" dirty="0">
                <a:solidFill>
                  <a:schemeClr val="bg1"/>
                </a:solidFill>
              </a:rPr>
              <a:t>Niet alles </a:t>
            </a:r>
            <a:r>
              <a:rPr lang="nl-NL" i="1" dirty="0">
                <a:solidFill>
                  <a:schemeClr val="bg1"/>
                </a:solidFill>
              </a:rPr>
              <a:t>hoeft </a:t>
            </a:r>
            <a:r>
              <a:rPr lang="nl-NL" dirty="0">
                <a:solidFill>
                  <a:schemeClr val="bg1"/>
                </a:solidFill>
              </a:rPr>
              <a:t>flexibel te zijn</a:t>
            </a:r>
          </a:p>
        </p:txBody>
      </p:sp>
      <p:pic>
        <p:nvPicPr>
          <p:cNvPr id="7" name="Tijdelijke aanduiding voor inhoud 6">
            <a:extLst>
              <a:ext uri="{FF2B5EF4-FFF2-40B4-BE49-F238E27FC236}">
                <a16:creationId xmlns:a16="http://schemas.microsoft.com/office/drawing/2014/main" id="{7AE220F5-5182-5711-6F1D-0C5B8C4CC7B8}"/>
              </a:ext>
            </a:extLst>
          </p:cNvPr>
          <p:cNvPicPr>
            <a:picLocks noGrp="1" noChangeAspect="1"/>
          </p:cNvPicPr>
          <p:nvPr>
            <p:ph sz="half" idx="2"/>
          </p:nvPr>
        </p:nvPicPr>
        <p:blipFill>
          <a:blip r:embed="rId2"/>
          <a:stretch>
            <a:fillRect/>
          </a:stretch>
        </p:blipFill>
        <p:spPr>
          <a:xfrm>
            <a:off x="6475848" y="3310589"/>
            <a:ext cx="3467400" cy="2103302"/>
          </a:xfrm>
        </p:spPr>
      </p:pic>
      <p:pic>
        <p:nvPicPr>
          <p:cNvPr id="5" name="Tijdelijke aanduiding voor inhoud 4">
            <a:extLst>
              <a:ext uri="{FF2B5EF4-FFF2-40B4-BE49-F238E27FC236}">
                <a16:creationId xmlns:a16="http://schemas.microsoft.com/office/drawing/2014/main" id="{BD98654C-EB69-BD4E-E605-B9A32340734E}"/>
              </a:ext>
            </a:extLst>
          </p:cNvPr>
          <p:cNvPicPr>
            <a:picLocks noGrp="1" noChangeAspect="1"/>
          </p:cNvPicPr>
          <p:nvPr>
            <p:ph sz="half" idx="1"/>
          </p:nvPr>
        </p:nvPicPr>
        <p:blipFill>
          <a:blip r:embed="rId3"/>
          <a:stretch>
            <a:fillRect/>
          </a:stretch>
        </p:blipFill>
        <p:spPr>
          <a:xfrm>
            <a:off x="627520" y="2246730"/>
            <a:ext cx="4074950" cy="4351338"/>
          </a:xfrm>
        </p:spPr>
      </p:pic>
    </p:spTree>
    <p:extLst>
      <p:ext uri="{BB962C8B-B14F-4D97-AF65-F5344CB8AC3E}">
        <p14:creationId xmlns:p14="http://schemas.microsoft.com/office/powerpoint/2010/main" val="173357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D21694FA-4414-1DFF-6702-07D22FEA927E}"/>
              </a:ext>
            </a:extLst>
          </p:cNvPr>
          <p:cNvPicPr>
            <a:picLocks noChangeAspect="1"/>
          </p:cNvPicPr>
          <p:nvPr/>
        </p:nvPicPr>
        <p:blipFill>
          <a:blip r:embed="rId2"/>
          <a:stretch>
            <a:fillRect/>
          </a:stretch>
        </p:blipFill>
        <p:spPr>
          <a:xfrm>
            <a:off x="4812632" y="3167764"/>
            <a:ext cx="3272590" cy="3287091"/>
          </a:xfrm>
          <a:prstGeom prst="rect">
            <a:avLst/>
          </a:prstGeom>
        </p:spPr>
      </p:pic>
      <p:sp>
        <p:nvSpPr>
          <p:cNvPr id="9" name="Tekstvak 8">
            <a:extLst>
              <a:ext uri="{FF2B5EF4-FFF2-40B4-BE49-F238E27FC236}">
                <a16:creationId xmlns:a16="http://schemas.microsoft.com/office/drawing/2014/main" id="{CC6D824C-0D34-B875-6224-9F0724F4404B}"/>
              </a:ext>
            </a:extLst>
          </p:cNvPr>
          <p:cNvSpPr txBox="1"/>
          <p:nvPr/>
        </p:nvSpPr>
        <p:spPr>
          <a:xfrm>
            <a:off x="974557" y="691816"/>
            <a:ext cx="5853364" cy="2246769"/>
          </a:xfrm>
          <a:prstGeom prst="rect">
            <a:avLst/>
          </a:prstGeom>
          <a:noFill/>
        </p:spPr>
        <p:txBody>
          <a:bodyPr wrap="square" rtlCol="0">
            <a:spAutoFit/>
          </a:bodyPr>
          <a:lstStyle/>
          <a:p>
            <a:r>
              <a:rPr lang="nl-NL" sz="2000" dirty="0">
                <a:solidFill>
                  <a:schemeClr val="bg1"/>
                </a:solidFill>
              </a:rPr>
              <a:t>Niet bestand zijn tegen veranderingen is een risico…</a:t>
            </a:r>
          </a:p>
          <a:p>
            <a:endParaRPr lang="nl-NL" sz="2000" dirty="0">
              <a:solidFill>
                <a:schemeClr val="bg1"/>
              </a:solidFill>
            </a:endParaRPr>
          </a:p>
          <a:p>
            <a:endParaRPr lang="nl-NL" sz="2000" dirty="0">
              <a:solidFill>
                <a:schemeClr val="bg1"/>
              </a:solidFill>
            </a:endParaRPr>
          </a:p>
          <a:p>
            <a:endParaRPr lang="nl-NL" sz="2000" dirty="0">
              <a:solidFill>
                <a:schemeClr val="bg1"/>
              </a:solidFill>
            </a:endParaRPr>
          </a:p>
          <a:p>
            <a:r>
              <a:rPr lang="nl-NL" sz="2000" dirty="0">
                <a:solidFill>
                  <a:schemeClr val="bg1"/>
                </a:solidFill>
              </a:rPr>
              <a:t>…flexibiliteit inbouwen die je nooit gaat gebruiken is </a:t>
            </a:r>
            <a:r>
              <a:rPr lang="nl-NL" sz="2000" i="1" dirty="0">
                <a:solidFill>
                  <a:schemeClr val="bg1"/>
                </a:solidFill>
              </a:rPr>
              <a:t>ook</a:t>
            </a:r>
            <a:r>
              <a:rPr lang="nl-NL" sz="2000" dirty="0">
                <a:solidFill>
                  <a:schemeClr val="bg1"/>
                </a:solidFill>
              </a:rPr>
              <a:t> een risico (kost geld, tijd, en maakt code complexer)</a:t>
            </a:r>
          </a:p>
        </p:txBody>
      </p:sp>
    </p:spTree>
    <p:extLst>
      <p:ext uri="{BB962C8B-B14F-4D97-AF65-F5344CB8AC3E}">
        <p14:creationId xmlns:p14="http://schemas.microsoft.com/office/powerpoint/2010/main" val="5467340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1B9B0-41CF-B393-F3D2-1A959CC327A1}"/>
              </a:ext>
            </a:extLst>
          </p:cNvPr>
          <p:cNvSpPr>
            <a:spLocks noGrp="1"/>
          </p:cNvSpPr>
          <p:nvPr>
            <p:ph type="title"/>
          </p:nvPr>
        </p:nvSpPr>
        <p:spPr/>
        <p:txBody>
          <a:bodyPr/>
          <a:lstStyle/>
          <a:p>
            <a:r>
              <a:rPr lang="nl-NL" dirty="0" err="1">
                <a:solidFill>
                  <a:schemeClr val="bg1"/>
                </a:solidFill>
              </a:rPr>
              <a:t>Pain</a:t>
            </a:r>
            <a:r>
              <a:rPr lang="nl-NL" dirty="0">
                <a:solidFill>
                  <a:schemeClr val="bg1"/>
                </a:solidFill>
              </a:rPr>
              <a:t> </a:t>
            </a:r>
            <a:r>
              <a:rPr lang="nl-NL" dirty="0" err="1">
                <a:solidFill>
                  <a:schemeClr val="bg1"/>
                </a:solidFill>
              </a:rPr>
              <a:t>driven</a:t>
            </a:r>
            <a:r>
              <a:rPr lang="nl-NL" dirty="0">
                <a:solidFill>
                  <a:schemeClr val="bg1"/>
                </a:solidFill>
              </a:rPr>
              <a:t> development (PDD)</a:t>
            </a:r>
          </a:p>
        </p:txBody>
      </p:sp>
      <p:pic>
        <p:nvPicPr>
          <p:cNvPr id="3074" name="Picture 2" descr="Design principles you need to know | Hung Tran">
            <a:extLst>
              <a:ext uri="{FF2B5EF4-FFF2-40B4-BE49-F238E27FC236}">
                <a16:creationId xmlns:a16="http://schemas.microsoft.com/office/drawing/2014/main" id="{67178964-1A20-7D16-8711-50E6B252B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8808" y="1726783"/>
            <a:ext cx="9505327" cy="4617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889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bed5341-ebe3-454f-909f-36f044ec18c5">
      <Value>10</Value>
    </TaxCatchAll>
    <lcf76f155ced4ddcb4097134ff3c332f xmlns="8ab6ccde-c1b5-4af4-9750-5b595813ac4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37817EAA082945A731936213F91093" ma:contentTypeVersion="12" ma:contentTypeDescription="Een nieuw document maken." ma:contentTypeScope="" ma:versionID="2859325f2a2d928d85879516743c94a1">
  <xsd:schema xmlns:xsd="http://www.w3.org/2001/XMLSchema" xmlns:xs="http://www.w3.org/2001/XMLSchema" xmlns:p="http://schemas.microsoft.com/office/2006/metadata/properties" xmlns:ns2="8ab6ccde-c1b5-4af4-9750-5b595813ac48" xmlns:ns3="6bed5341-ebe3-454f-909f-36f044ec18c5" targetNamespace="http://schemas.microsoft.com/office/2006/metadata/properties" ma:root="true" ma:fieldsID="684184bbe555ac3bdbd5ab39acb88302" ns2:_="" ns3:_="">
    <xsd:import namespace="8ab6ccde-c1b5-4af4-9750-5b595813ac48"/>
    <xsd:import namespace="6bed5341-ebe3-454f-909f-36f044ec18c5"/>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b6ccde-c1b5-4af4-9750-5b595813ac4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Afbeeldingtags" ma:readOnly="false" ma:fieldId="{5cf76f15-5ced-4ddc-b409-7134ff3c332f}" ma:taxonomyMulti="true" ma:sspId="9966b0b9-3a38-4fda-b081-d64468048e69"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ed5341-ebe3-454f-909f-36f044ec18c5"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92ecff9-57e9-4396-aefb-866fc81fbaac}" ma:internalName="TaxCatchAll" ma:showField="CatchAllData" ma:web="6bed5341-ebe3-454f-909f-36f044ec18c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E658E8-DC51-4603-95C7-04C745FD648B}">
  <ds:schemaRefs>
    <ds:schemaRef ds:uri="http://schemas.microsoft.com/sharepoint/v3/contenttype/forms"/>
  </ds:schemaRefs>
</ds:datastoreItem>
</file>

<file path=customXml/itemProps2.xml><?xml version="1.0" encoding="utf-8"?>
<ds:datastoreItem xmlns:ds="http://schemas.openxmlformats.org/officeDocument/2006/customXml" ds:itemID="{1B038F9C-4D7E-47F7-9EBC-5343D692C4A8}">
  <ds:schemaRefs>
    <ds:schemaRef ds:uri="http://schemas.microsoft.com/office/2006/metadata/properties"/>
    <ds:schemaRef ds:uri="http://schemas.microsoft.com/office/infopath/2007/PartnerControls"/>
    <ds:schemaRef ds:uri="ee248140-0f4f-4e0a-9dfe-ea49684699b4"/>
    <ds:schemaRef ds:uri="20176c2d-740a-4201-99c7-b9fad726a09a"/>
    <ds:schemaRef ds:uri="4fa33c19-156f-4d53-8a37-f6529061f5c4"/>
    <ds:schemaRef ds:uri="6bed5341-ebe3-454f-909f-36f044ec18c5"/>
    <ds:schemaRef ds:uri="8ab6ccde-c1b5-4af4-9750-5b595813ac48"/>
  </ds:schemaRefs>
</ds:datastoreItem>
</file>

<file path=customXml/itemProps3.xml><?xml version="1.0" encoding="utf-8"?>
<ds:datastoreItem xmlns:ds="http://schemas.openxmlformats.org/officeDocument/2006/customXml" ds:itemID="{369C0432-3B6D-499C-883C-0A4A11DBA4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b6ccde-c1b5-4af4-9750-5b595813ac48"/>
    <ds:schemaRef ds:uri="6bed5341-ebe3-454f-909f-36f044ec18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444</TotalTime>
  <Words>1012</Words>
  <Application>Microsoft Office PowerPoint</Application>
  <PresentationFormat>Breedbeeld</PresentationFormat>
  <Paragraphs>199</Paragraphs>
  <Slides>62</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62</vt:i4>
      </vt:variant>
    </vt:vector>
  </HeadingPairs>
  <TitlesOfParts>
    <vt:vector size="67" baseType="lpstr">
      <vt:lpstr>Aptos</vt:lpstr>
      <vt:lpstr>Aptos Display</vt:lpstr>
      <vt:lpstr>Arial</vt:lpstr>
      <vt:lpstr>Google Sans</vt:lpstr>
      <vt:lpstr>Office Theme</vt:lpstr>
      <vt:lpstr>SOLID/GRASP</vt:lpstr>
      <vt:lpstr>Agenda</vt:lpstr>
      <vt:lpstr> </vt:lpstr>
      <vt:lpstr>SOLID &amp; GRASP </vt:lpstr>
      <vt:lpstr>SOLDI?</vt:lpstr>
      <vt:lpstr>GRASP</vt:lpstr>
      <vt:lpstr>Definities van SOLID</vt:lpstr>
      <vt:lpstr>Single responsibility principle </vt:lpstr>
      <vt:lpstr>Relatie met GRASP-principes</vt:lpstr>
      <vt:lpstr> </vt:lpstr>
      <vt:lpstr> </vt:lpstr>
      <vt:lpstr>Of:</vt:lpstr>
      <vt:lpstr>Veel kleine classes i.p.v. een paar grote</vt:lpstr>
      <vt:lpstr>Oefening</vt:lpstr>
      <vt:lpstr>             Interface segregation principle </vt:lpstr>
      <vt:lpstr>Relatie met GRASP-principes</vt:lpstr>
      <vt:lpstr>Het contract:</vt:lpstr>
      <vt:lpstr>Maar ik wil alleen maar lezen en schrijven!</vt:lpstr>
      <vt:lpstr>En wat doen we met de andere methoden?</vt:lpstr>
      <vt:lpstr>Oplossing: Kleine interfaces</vt:lpstr>
      <vt:lpstr> </vt:lpstr>
      <vt:lpstr>Waarom niet zo?</vt:lpstr>
      <vt:lpstr>Zo zien we dat ook bij Microsoft</vt:lpstr>
      <vt:lpstr>Meer heb je niet nodig!</vt:lpstr>
      <vt:lpstr>Oefening</vt:lpstr>
      <vt:lpstr>Liskov substitution principle</vt:lpstr>
      <vt:lpstr>Relatie met GRASP-principes</vt:lpstr>
      <vt:lpstr>Het klassieke voorbeeld van Liskov</vt:lpstr>
      <vt:lpstr>Dit gaat goed</vt:lpstr>
      <vt:lpstr>Is een vierkant een rechthoek?</vt:lpstr>
      <vt:lpstr>Oplossing</vt:lpstr>
      <vt:lpstr>Dus:</vt:lpstr>
      <vt:lpstr> </vt:lpstr>
      <vt:lpstr>Dit gaat goed</vt:lpstr>
      <vt:lpstr>Overlap met Interface Segregation Principle</vt:lpstr>
      <vt:lpstr>Oefening</vt:lpstr>
      <vt:lpstr>Open closed principle</vt:lpstr>
      <vt:lpstr>Voorbeeld</vt:lpstr>
      <vt:lpstr>GRASP </vt:lpstr>
      <vt:lpstr>PowerPoint-presentatie</vt:lpstr>
      <vt:lpstr>Zo kan het ook</vt:lpstr>
      <vt:lpstr>Zo is het beter</vt:lpstr>
      <vt:lpstr>Maak de keuze in een factory</vt:lpstr>
      <vt:lpstr> </vt:lpstr>
      <vt:lpstr>En extension methods…?</vt:lpstr>
      <vt:lpstr>Dependency inversion principle </vt:lpstr>
      <vt:lpstr>GRASP </vt:lpstr>
      <vt:lpstr>Dependency inversion vs. Dependency injection</vt:lpstr>
      <vt:lpstr>Wat zijn high/low level modules?</vt:lpstr>
      <vt:lpstr>Wat zijn abstracties en details? </vt:lpstr>
      <vt:lpstr>Wat gaat hier mis?</vt:lpstr>
      <vt:lpstr> </vt:lpstr>
      <vt:lpstr>Zo is het al beter…</vt:lpstr>
      <vt:lpstr> </vt:lpstr>
      <vt:lpstr>Low coupling</vt:lpstr>
      <vt:lpstr>Oefening</vt:lpstr>
      <vt:lpstr>PowerPoint-presentatie</vt:lpstr>
      <vt:lpstr>Hier heeft meer abstractie nut:</vt:lpstr>
      <vt:lpstr>Hier zou het onnodige overhead zijn</vt:lpstr>
      <vt:lpstr>Niet alles hoeft flexibel te zijn</vt:lpstr>
      <vt:lpstr>PowerPoint-presentatie</vt:lpstr>
      <vt:lpstr>Pain driven development (PDD)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PowerPoint-Template-4Dotnet</dc:title>
  <dc:creator>Simone Versluijs | 4Dotnet</dc:creator>
  <cp:lastModifiedBy>Dekker, Nick</cp:lastModifiedBy>
  <cp:revision>28</cp:revision>
  <dcterms:created xsi:type="dcterms:W3CDTF">2022-03-15T13:52:01Z</dcterms:created>
  <dcterms:modified xsi:type="dcterms:W3CDTF">2025-09-14T13:45:23Z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0x0101009E37817EAA082945A731936213F91093</vt:lpwstr>
  </property>
  <property fmtid="{D5CDD505-2E9C-101B-9397-08002B2CF9AE}" pid="3" name="MediaServiceImageTags">
    <vt:lpwstr/>
  </property>
  <property fmtid="{D5CDD505-2E9C-101B-9397-08002B2CF9AE}" pid="4" name="KMSCategory">
    <vt:lpwstr>10;#Marketing|193580e1-96fd-4ef4-969f-4691b5464fab</vt:lpwstr>
  </property>
</Properties>
</file>