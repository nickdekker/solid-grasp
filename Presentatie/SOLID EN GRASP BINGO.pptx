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37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7041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438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321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936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580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1876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1241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5727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98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4471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4220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5661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5959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4973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3136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9121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9ED528C-ED8F-4899-A17A-D21F2833EE9D}" type="datetimeFigureOut">
              <a:rPr lang="nl-NL" smtClean="0"/>
              <a:t>22-9-2025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BBB134E-D789-460C-BED1-E042EF2548F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56728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horturl.at/gNAmE" TargetMode="External"/><Relationship Id="rId2" Type="http://schemas.openxmlformats.org/officeDocument/2006/relationships/hyperlink" Target="https://shorturl.at/o3vx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horturl.at/1HS7n" TargetMode="External"/><Relationship Id="rId4" Type="http://schemas.openxmlformats.org/officeDocument/2006/relationships/hyperlink" Target="https://shorturl.at/rCWZ5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2">
            <a:extLst>
              <a:ext uri="{FF2B5EF4-FFF2-40B4-BE49-F238E27FC236}">
                <a16:creationId xmlns:a16="http://schemas.microsoft.com/office/drawing/2014/main" id="{DDF3D5B1-B5DB-0840-720A-9B8FDFED2A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E3F273E-F32F-D4C9-7DAD-1F14BDDD8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363" y="953944"/>
            <a:ext cx="6258798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5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8B1BDB6-4742-F93A-992E-B36646BE8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900"/>
            <a:ext cx="10515600" cy="5961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4000" dirty="0"/>
              <a:t>Order Processor: </a:t>
            </a:r>
            <a:r>
              <a:rPr lang="nl-NL" sz="4000" dirty="0">
                <a:hlinkClick r:id="rId2"/>
              </a:rPr>
              <a:t>https://shorturl.at/o3vxf</a:t>
            </a:r>
            <a:br>
              <a:rPr lang="nl-NL" sz="4000" dirty="0"/>
            </a:br>
            <a:endParaRPr lang="nl-NL" sz="4000" dirty="0"/>
          </a:p>
          <a:p>
            <a:pPr marL="0" indent="0">
              <a:buNone/>
            </a:pPr>
            <a:r>
              <a:rPr lang="nl-NL" sz="4000" dirty="0"/>
              <a:t>Online Store: </a:t>
            </a:r>
            <a:r>
              <a:rPr lang="nl-NL" sz="4000" dirty="0">
                <a:hlinkClick r:id="rId3"/>
              </a:rPr>
              <a:t>https://shorturl.at/gNAmE</a:t>
            </a:r>
            <a:r>
              <a:rPr lang="nl-NL" sz="4000" dirty="0"/>
              <a:t> </a:t>
            </a:r>
            <a:br>
              <a:rPr lang="nl-NL" sz="4000" dirty="0"/>
            </a:br>
            <a:endParaRPr lang="nl-NL" sz="4000" dirty="0"/>
          </a:p>
          <a:p>
            <a:pPr marL="0" indent="0">
              <a:buNone/>
            </a:pPr>
            <a:r>
              <a:rPr lang="nl-NL" sz="4000" dirty="0"/>
              <a:t>Store App: </a:t>
            </a:r>
            <a:r>
              <a:rPr lang="en-US" sz="4000" u="sng" dirty="0">
                <a:hlinkClick r:id="rId4"/>
              </a:rPr>
              <a:t>https://shorturl.at/rCWZ5</a:t>
            </a:r>
            <a:r>
              <a:rPr lang="en-US" sz="4000" dirty="0"/>
              <a:t> </a:t>
            </a:r>
            <a:br>
              <a:rPr lang="nl-NL" sz="4000" dirty="0"/>
            </a:br>
            <a:endParaRPr lang="nl-NL" sz="4000" dirty="0"/>
          </a:p>
          <a:p>
            <a:pPr marL="0" indent="0">
              <a:buNone/>
            </a:pPr>
            <a:r>
              <a:rPr lang="nl-NL" sz="4000" dirty="0"/>
              <a:t>Smart Store: </a:t>
            </a:r>
            <a:r>
              <a:rPr lang="nl-NL" sz="4000" dirty="0">
                <a:hlinkClick r:id="rId5"/>
              </a:rPr>
              <a:t>https://shorturl.at/1HS7n</a:t>
            </a:r>
            <a:r>
              <a:rPr lang="nl-NL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29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5EC5F43C-44A1-A3DF-2B4E-6A4FCCF48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484" y="155142"/>
            <a:ext cx="6402163" cy="666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70586"/>
      </p:ext>
    </p:extLst>
  </p:cSld>
  <p:clrMapOvr>
    <a:masterClrMapping/>
  </p:clrMapOvr>
</p:sld>
</file>

<file path=ppt/theme/theme1.xml><?xml version="1.0" encoding="utf-8"?>
<a:theme xmlns:a="http://schemas.openxmlformats.org/drawingml/2006/main" name="Segment">
  <a:themeElements>
    <a:clrScheme name="Segmen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gmen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gmen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</TotalTime>
  <Words>44</Words>
  <Application>Microsoft Office PowerPoint</Application>
  <PresentationFormat>Breedbeeld</PresentationFormat>
  <Paragraphs>5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Segment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Dekker, Nick</dc:creator>
  <cp:lastModifiedBy>Dekker, Nick</cp:lastModifiedBy>
  <cp:revision>1</cp:revision>
  <dcterms:created xsi:type="dcterms:W3CDTF">2025-09-22T10:04:44Z</dcterms:created>
  <dcterms:modified xsi:type="dcterms:W3CDTF">2025-09-22T10:19:16Z</dcterms:modified>
</cp:coreProperties>
</file>